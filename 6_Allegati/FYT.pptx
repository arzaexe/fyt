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4"/>
  </p:notesMasterIdLst>
  <p:sldIdLst>
    <p:sldId id="257" r:id="rId3"/>
    <p:sldId id="258" r:id="rId4"/>
    <p:sldId id="267" r:id="rId5"/>
    <p:sldId id="259" r:id="rId6"/>
    <p:sldId id="260" r:id="rId7"/>
    <p:sldId id="270" r:id="rId8"/>
    <p:sldId id="261" r:id="rId9"/>
    <p:sldId id="263" r:id="rId10"/>
    <p:sldId id="269" r:id="rId11"/>
    <p:sldId id="264" r:id="rId12"/>
    <p:sldId id="266" r:id="rId1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Light" panose="00000400000000000000" pitchFamily="2" charset="0"/>
      <p:regular r:id="rId19"/>
      <p:bold r:id="rId20"/>
      <p:italic r:id="rId21"/>
      <p:boldItalic r:id="rId22"/>
    </p:embeddedFont>
    <p:embeddedFont>
      <p:font typeface="PT Sans Narrow" panose="020B0506020203020204" pitchFamily="3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D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62" autoAdjust="0"/>
  </p:normalViewPr>
  <p:slideViewPr>
    <p:cSldViewPr snapToGrid="0">
      <p:cViewPr varScale="1">
        <p:scale>
          <a:sx n="196" d="100"/>
          <a:sy n="196" d="100"/>
        </p:scale>
        <p:origin x="1176" y="16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89087b5f10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89087b5f10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Christian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89087b5f10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89087b5f10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Suma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8E840C2C-DD9E-B97C-A4B0-F6290B4F7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89087b5f10_0_346:notes">
            <a:extLst>
              <a:ext uri="{FF2B5EF4-FFF2-40B4-BE49-F238E27FC236}">
                <a16:creationId xmlns:a16="http://schemas.microsoft.com/office/drawing/2014/main" id="{7FD1FABA-1308-E782-0032-D5801193BE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89087b5f10_0_346:notes">
            <a:extLst>
              <a:ext uri="{FF2B5EF4-FFF2-40B4-BE49-F238E27FC236}">
                <a16:creationId xmlns:a16="http://schemas.microsoft.com/office/drawing/2014/main" id="{A539EA0D-9E80-078E-1B7C-59BC39E5F3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(Christian) </a:t>
            </a:r>
            <a:r>
              <a:rPr b="1" dirty="0"/>
              <a:t>Idea </a:t>
            </a:r>
            <a:r>
              <a:rPr b="1" dirty="0" err="1"/>
              <a:t>iniziale</a:t>
            </a:r>
            <a:r>
              <a:rPr dirty="0"/>
              <a:t>: La nostra idea </a:t>
            </a:r>
            <a:r>
              <a:rPr dirty="0" err="1"/>
              <a:t>nasce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</a:t>
            </a:r>
            <a:r>
              <a:rPr dirty="0" err="1"/>
              <a:t>necessit</a:t>
            </a:r>
            <a:r>
              <a:rPr lang="en-150" dirty="0"/>
              <a:t>à di uno </a:t>
            </a:r>
            <a:r>
              <a:rPr dirty="0" err="1"/>
              <a:t>strumento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misura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permetta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attività</a:t>
            </a:r>
            <a:r>
              <a:rPr dirty="0"/>
              <a:t> di </a:t>
            </a:r>
            <a:r>
              <a:rPr dirty="0" err="1"/>
              <a:t>vendita</a:t>
            </a:r>
            <a:r>
              <a:rPr dirty="0"/>
              <a:t> di </a:t>
            </a:r>
            <a:r>
              <a:rPr dirty="0" err="1"/>
              <a:t>scarpe</a:t>
            </a:r>
            <a:r>
              <a:rPr dirty="0"/>
              <a:t> di </a:t>
            </a:r>
            <a:r>
              <a:rPr dirty="0" err="1"/>
              <a:t>avere</a:t>
            </a:r>
            <a:r>
              <a:rPr dirty="0"/>
              <a:t> </a:t>
            </a:r>
            <a:r>
              <a:rPr dirty="0" err="1"/>
              <a:t>delle</a:t>
            </a:r>
            <a:r>
              <a:rPr dirty="0"/>
              <a:t> </a:t>
            </a:r>
            <a:r>
              <a:rPr dirty="0" err="1"/>
              <a:t>pagine</a:t>
            </a:r>
            <a:r>
              <a:rPr dirty="0"/>
              <a:t> di </a:t>
            </a:r>
            <a:r>
              <a:rPr dirty="0" err="1"/>
              <a:t>gestione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prodotti</a:t>
            </a:r>
            <a:r>
              <a:rPr dirty="0"/>
              <a:t>, </a:t>
            </a:r>
            <a:r>
              <a:rPr dirty="0" err="1"/>
              <a:t>degli</a:t>
            </a:r>
            <a:r>
              <a:rPr dirty="0"/>
              <a:t> </a:t>
            </a:r>
            <a:r>
              <a:rPr dirty="0" err="1"/>
              <a:t>utenti</a:t>
            </a:r>
            <a:r>
              <a:rPr dirty="0"/>
              <a:t> e </a:t>
            </a:r>
            <a:r>
              <a:rPr dirty="0" err="1"/>
              <a:t>delle</a:t>
            </a:r>
            <a:r>
              <a:rPr dirty="0"/>
              <a:t> </a:t>
            </a:r>
            <a:r>
              <a:rPr dirty="0" err="1"/>
              <a:t>vendite</a:t>
            </a:r>
            <a:r>
              <a:rPr dirty="0"/>
              <a:t>.</a:t>
            </a:r>
            <a:endParaRPr lang="fr-CH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(Samu) </a:t>
            </a:r>
            <a:r>
              <a:rPr lang="en-150" b="1" dirty="0"/>
              <a:t>Obbiettivo</a:t>
            </a:r>
            <a:r>
              <a:rPr lang="en-150" dirty="0"/>
              <a:t>: Applicativo autosufficente e facile all’uso</a:t>
            </a:r>
            <a:endParaRPr lang="fr-CH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(Suma) </a:t>
            </a:r>
            <a:r>
              <a:rPr lang="en-150" b="1" dirty="0"/>
              <a:t>Destinatari</a:t>
            </a:r>
            <a:r>
              <a:rPr lang="en-150" dirty="0"/>
              <a:t>: Nel nostro caso il destinatario diretto è l’</a:t>
            </a:r>
            <a:r>
              <a:rPr lang="it-IT" dirty="0"/>
              <a:t>A</a:t>
            </a:r>
            <a:r>
              <a:rPr lang="en-150" dirty="0" err="1"/>
              <a:t>zienda</a:t>
            </a:r>
            <a:r>
              <a:rPr lang="en-150" dirty="0"/>
              <a:t> </a:t>
            </a:r>
            <a:r>
              <a:rPr lang="en-150" dirty="0" err="1"/>
              <a:t>che</a:t>
            </a:r>
            <a:r>
              <a:rPr lang="en-150" dirty="0"/>
              <a:t> </a:t>
            </a:r>
            <a:r>
              <a:rPr lang="en-150" dirty="0" err="1"/>
              <a:t>vende</a:t>
            </a:r>
            <a:r>
              <a:rPr lang="en-150" dirty="0"/>
              <a:t> </a:t>
            </a:r>
            <a:r>
              <a:rPr lang="en-150" dirty="0" err="1"/>
              <a:t>scarpe</a:t>
            </a:r>
            <a:r>
              <a:rPr lang="en-150" dirty="0"/>
              <a:t>, ma il </a:t>
            </a:r>
            <a:r>
              <a:rPr lang="it-IT" dirty="0"/>
              <a:t>P</a:t>
            </a:r>
            <a:r>
              <a:rPr lang="en-150" dirty="0"/>
              <a:t>rogetto può essere benissimo adattato per qualsiasi altra attività.</a:t>
            </a:r>
            <a:endParaRPr lang="fr-CH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(Negri) </a:t>
            </a:r>
            <a:r>
              <a:rPr lang="fr-CH" b="1" dirty="0" err="1"/>
              <a:t>Suddivisione</a:t>
            </a:r>
            <a:r>
              <a:rPr lang="fr-CH" b="1" dirty="0"/>
              <a:t> </a:t>
            </a:r>
            <a:r>
              <a:rPr lang="fr-CH" b="1" dirty="0" err="1"/>
              <a:t>del</a:t>
            </a:r>
            <a:r>
              <a:rPr lang="fr-CH" b="1" dirty="0"/>
              <a:t> </a:t>
            </a:r>
            <a:r>
              <a:rPr lang="fr-CH" b="1" dirty="0" err="1"/>
              <a:t>lavoro</a:t>
            </a:r>
            <a:r>
              <a:rPr lang="fr-CH" b="1" dirty="0"/>
              <a:t>: </a:t>
            </a:r>
            <a:r>
              <a:rPr lang="fr-CH" b="0" dirty="0" err="1"/>
              <a:t>divisione</a:t>
            </a:r>
            <a:r>
              <a:rPr lang="fr-CH" b="0" dirty="0"/>
              <a:t> delle </a:t>
            </a:r>
            <a:r>
              <a:rPr lang="fr-CH" b="0" dirty="0" err="1"/>
              <a:t>attività</a:t>
            </a:r>
            <a:r>
              <a:rPr lang="fr-CH" b="0" dirty="0"/>
              <a:t> in base alla </a:t>
            </a:r>
            <a:r>
              <a:rPr lang="fr-CH" b="0" dirty="0" err="1"/>
              <a:t>loro</a:t>
            </a:r>
            <a:r>
              <a:rPr lang="fr-CH" b="0" dirty="0"/>
              <a:t> </a:t>
            </a:r>
            <a:r>
              <a:rPr lang="fr-CH" b="0" dirty="0" err="1"/>
              <a:t>complessità</a:t>
            </a:r>
            <a:r>
              <a:rPr lang="fr-CH" b="0" dirty="0"/>
              <a:t> (</a:t>
            </a:r>
            <a:r>
              <a:rPr lang="fr-CH" b="0" dirty="0" err="1"/>
              <a:t>meglio</a:t>
            </a:r>
            <a:r>
              <a:rPr lang="fr-CH" b="0" dirty="0"/>
              <a:t> </a:t>
            </a:r>
            <a:r>
              <a:rPr lang="fr-CH" b="0" dirty="0" err="1"/>
              <a:t>task</a:t>
            </a:r>
            <a:r>
              <a:rPr lang="fr-CH" b="0" dirty="0"/>
              <a:t> più </a:t>
            </a:r>
            <a:r>
              <a:rPr lang="fr-CH" b="0" dirty="0" err="1"/>
              <a:t>piccole</a:t>
            </a:r>
            <a:r>
              <a:rPr lang="fr-CH" b="0" dirty="0"/>
              <a:t> </a:t>
            </a:r>
            <a:r>
              <a:rPr lang="fr-CH" b="0" dirty="0" err="1"/>
              <a:t>che</a:t>
            </a:r>
            <a:r>
              <a:rPr lang="fr-CH" b="0" dirty="0"/>
              <a:t> grosse e </a:t>
            </a:r>
            <a:r>
              <a:rPr lang="fr-CH" b="0" dirty="0" err="1"/>
              <a:t>complesse</a:t>
            </a:r>
            <a:r>
              <a:rPr lang="fr-CH" b="0" dirty="0"/>
              <a:t>), quelle più </a:t>
            </a:r>
            <a:r>
              <a:rPr lang="fr-CH" b="0" dirty="0" err="1"/>
              <a:t>impegnative</a:t>
            </a:r>
            <a:r>
              <a:rPr lang="fr-CH" b="0" dirty="0"/>
              <a:t> </a:t>
            </a:r>
            <a:r>
              <a:rPr lang="fr-CH" b="0" dirty="0" err="1"/>
              <a:t>vengono</a:t>
            </a:r>
            <a:r>
              <a:rPr lang="fr-CH" b="0" dirty="0"/>
              <a:t> </a:t>
            </a:r>
            <a:r>
              <a:rPr lang="fr-CH" b="0" dirty="0" err="1"/>
              <a:t>svolte</a:t>
            </a:r>
            <a:r>
              <a:rPr lang="fr-CH" b="0" dirty="0"/>
              <a:t> dal </a:t>
            </a:r>
            <a:r>
              <a:rPr lang="fr-CH" b="0" dirty="0" err="1"/>
              <a:t>massimo</a:t>
            </a:r>
            <a:r>
              <a:rPr lang="fr-CH" b="0" dirty="0"/>
              <a:t> due </a:t>
            </a:r>
            <a:r>
              <a:rPr lang="fr-CH" b="0" dirty="0" err="1"/>
              <a:t>persone</a:t>
            </a:r>
            <a:r>
              <a:rPr lang="fr-CH" b="0" dirty="0"/>
              <a:t>, </a:t>
            </a:r>
            <a:r>
              <a:rPr lang="fr-CH" b="0" dirty="0" err="1"/>
              <a:t>mentre</a:t>
            </a:r>
            <a:r>
              <a:rPr lang="fr-CH" b="0" dirty="0"/>
              <a:t> per quelle più </a:t>
            </a:r>
            <a:r>
              <a:rPr lang="fr-CH" b="0" dirty="0" err="1"/>
              <a:t>piccole</a:t>
            </a:r>
            <a:r>
              <a:rPr lang="fr-CH" b="0" dirty="0"/>
              <a:t> </a:t>
            </a:r>
            <a:r>
              <a:rPr lang="fr-CH" b="0" dirty="0" err="1"/>
              <a:t>una</a:t>
            </a:r>
            <a:r>
              <a:rPr lang="fr-CH" b="0" dirty="0"/>
              <a:t> </a:t>
            </a:r>
            <a:r>
              <a:rPr lang="fr-CH" b="0" dirty="0" err="1"/>
              <a:t>sola</a:t>
            </a:r>
            <a:r>
              <a:rPr lang="fr-CH" b="0" dirty="0"/>
              <a:t>.</a:t>
            </a:r>
            <a:endParaRPr lang="fr-CH" b="1" dirty="0"/>
          </a:p>
        </p:txBody>
      </p:sp>
    </p:spTree>
    <p:extLst>
      <p:ext uri="{BB962C8B-B14F-4D97-AF65-F5344CB8AC3E}">
        <p14:creationId xmlns:p14="http://schemas.microsoft.com/office/powerpoint/2010/main" val="550981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89087b5f10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89087b5f10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Tutti </a:t>
            </a:r>
            <a:r>
              <a:rPr lang="fr-CH" dirty="0" err="1"/>
              <a:t>insieme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89087b5f10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89087b5f10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RICORDARSI, PER OGNI FUNZIONALITÀ CITARE LA TECNOLOGIA 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(Christian) Login e </a:t>
            </a:r>
            <a:r>
              <a:rPr lang="fr-CH" b="1" dirty="0" err="1"/>
              <a:t>sign</a:t>
            </a:r>
            <a:r>
              <a:rPr lang="fr-CH" b="1" dirty="0"/>
              <a:t> up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(Suma) </a:t>
            </a:r>
            <a:r>
              <a:rPr lang="fr-CH" b="1" dirty="0" err="1"/>
              <a:t>Gestione</a:t>
            </a:r>
            <a:r>
              <a:rPr lang="fr-CH" b="1" dirty="0"/>
              <a:t> </a:t>
            </a:r>
            <a:r>
              <a:rPr lang="fr-CH" b="1" dirty="0" err="1"/>
              <a:t>utenti</a:t>
            </a:r>
            <a:r>
              <a:rPr lang="fr-CH" b="1" dirty="0"/>
              <a:t> </a:t>
            </a:r>
            <a:r>
              <a:rPr lang="fr-CH" b="1" dirty="0" err="1"/>
              <a:t>registrati</a:t>
            </a:r>
            <a:r>
              <a:rPr lang="fr-CH" b="1" dirty="0"/>
              <a:t> (admin)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(Christian) </a:t>
            </a:r>
            <a:r>
              <a:rPr lang="fr-CH" b="1" dirty="0" err="1"/>
              <a:t>Gestione</a:t>
            </a:r>
            <a:r>
              <a:rPr lang="fr-CH" b="1" dirty="0"/>
              <a:t> </a:t>
            </a:r>
            <a:r>
              <a:rPr lang="fr-CH" b="1" dirty="0" err="1"/>
              <a:t>prodotti</a:t>
            </a:r>
            <a:r>
              <a:rPr lang="fr-CH" b="1" dirty="0"/>
              <a:t> (</a:t>
            </a:r>
            <a:r>
              <a:rPr lang="fr-CH" b="1" dirty="0" err="1"/>
              <a:t>vendor</a:t>
            </a:r>
            <a:r>
              <a:rPr lang="fr-CH" b="1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(Suma) </a:t>
            </a:r>
            <a:r>
              <a:rPr lang="fr-CH" b="1" dirty="0" err="1"/>
              <a:t>Gestione</a:t>
            </a:r>
            <a:r>
              <a:rPr lang="fr-CH" b="1" dirty="0"/>
              <a:t> </a:t>
            </a:r>
            <a:r>
              <a:rPr lang="fr-CH" b="1" dirty="0" err="1"/>
              <a:t>account</a:t>
            </a:r>
            <a:r>
              <a:rPr lang="fr-CH" b="1" dirty="0"/>
              <a:t> </a:t>
            </a:r>
            <a:r>
              <a:rPr lang="fr-CH" b="1" dirty="0" err="1"/>
              <a:t>utente</a:t>
            </a:r>
            <a:r>
              <a:rPr lang="fr-CH" b="1" dirty="0"/>
              <a:t> (info </a:t>
            </a:r>
            <a:r>
              <a:rPr lang="fr-CH" b="1" dirty="0" err="1"/>
              <a:t>personali</a:t>
            </a:r>
            <a:r>
              <a:rPr lang="fr-CH" b="1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(Samu) </a:t>
            </a:r>
            <a:r>
              <a:rPr lang="fr-CH" b="1" dirty="0" err="1"/>
              <a:t>Paginazione</a:t>
            </a: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(Suma) </a:t>
            </a:r>
            <a:r>
              <a:rPr lang="fr-CH" b="1" dirty="0" err="1"/>
              <a:t>Ricerca</a:t>
            </a:r>
            <a:r>
              <a:rPr lang="fr-CH" b="1" dirty="0"/>
              <a:t> e </a:t>
            </a:r>
            <a:r>
              <a:rPr lang="fr-CH" b="1" dirty="0" err="1"/>
              <a:t>filtri</a:t>
            </a: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(Christian) </a:t>
            </a:r>
            <a:r>
              <a:rPr lang="fr-CH" b="1" dirty="0" err="1"/>
              <a:t>Pagamenti</a:t>
            </a: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(Negri) </a:t>
            </a:r>
            <a:r>
              <a:rPr lang="fr-CH" b="1" dirty="0" err="1"/>
              <a:t>Stile</a:t>
            </a:r>
            <a:endParaRPr lang="fr-CH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A1E81634-57C0-B774-EC5B-690FCB35E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89087b5f10_0_346:notes">
            <a:extLst>
              <a:ext uri="{FF2B5EF4-FFF2-40B4-BE49-F238E27FC236}">
                <a16:creationId xmlns:a16="http://schemas.microsoft.com/office/drawing/2014/main" id="{0F0C94CC-93E8-D702-F8C3-555EB55148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89087b5f10_0_346:notes">
            <a:extLst>
              <a:ext uri="{FF2B5EF4-FFF2-40B4-BE49-F238E27FC236}">
                <a16:creationId xmlns:a16="http://schemas.microsoft.com/office/drawing/2014/main" id="{9C1608E0-E2AF-FB44-4CC2-E5FA76169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CH" b="1" noProof="0" dirty="0"/>
              <a:t>SQL Injection e XSS (</a:t>
            </a:r>
            <a:r>
              <a:rPr lang="it-CH" b="1" noProof="0" dirty="0" err="1"/>
              <a:t>Samu</a:t>
            </a:r>
            <a:r>
              <a:rPr lang="it-CH" b="1" noProof="0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CH" dirty="0"/>
              <a:t>L'utilizzo di </a:t>
            </a:r>
            <a:r>
              <a:rPr lang="it-CH" b="0" dirty="0" err="1"/>
              <a:t>Eloquent</a:t>
            </a:r>
            <a:r>
              <a:rPr lang="it-CH" b="0" dirty="0"/>
              <a:t> </a:t>
            </a:r>
            <a:r>
              <a:rPr lang="it-CH" dirty="0"/>
              <a:t>protegge automaticamente l'applicazione da minacce come </a:t>
            </a:r>
            <a:r>
              <a:rPr lang="it-CH" b="0" dirty="0"/>
              <a:t>SQL Injection e XSS.</a:t>
            </a:r>
          </a:p>
          <a:p>
            <a:pPr lvl="0"/>
            <a:r>
              <a:rPr lang="it-CH" dirty="0"/>
              <a:t>Per la </a:t>
            </a:r>
            <a:r>
              <a:rPr lang="it-CH" b="0" dirty="0"/>
              <a:t>SQL Injection, </a:t>
            </a:r>
            <a:r>
              <a:rPr lang="it-CH" b="0" dirty="0" err="1"/>
              <a:t>Laravel</a:t>
            </a:r>
            <a:r>
              <a:rPr lang="it-CH" b="0" dirty="0"/>
              <a:t> utilizza il </a:t>
            </a:r>
            <a:r>
              <a:rPr lang="it-CH" b="0" dirty="0" err="1"/>
              <a:t>binding</a:t>
            </a:r>
            <a:r>
              <a:rPr lang="it-CH" b="0" dirty="0"/>
              <a:t> dei parametri nelle </a:t>
            </a:r>
            <a:r>
              <a:rPr lang="it-CH" b="0" dirty="0" err="1"/>
              <a:t>query</a:t>
            </a:r>
            <a:r>
              <a:rPr lang="it-CH" b="0" dirty="0"/>
              <a:t>, evitando che l'input utente venga eseguito come codice SQL.</a:t>
            </a:r>
          </a:p>
          <a:p>
            <a:pPr lvl="0"/>
            <a:r>
              <a:rPr lang="it-CH" b="0" dirty="0"/>
              <a:t>Per la XSS (Cross-Site Scripting), </a:t>
            </a:r>
            <a:r>
              <a:rPr lang="it-CH" dirty="0"/>
              <a:t>vengono applicati automaticamente dove necessario dei caratteri di </a:t>
            </a:r>
            <a:r>
              <a:rPr lang="it-CH" dirty="0" err="1"/>
              <a:t>escape</a:t>
            </a:r>
            <a:r>
              <a:rPr lang="it-CH" dirty="0"/>
              <a:t> quando stampati nelle view con {{ }}, impedendo l'inserimento di script malevoli.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CH" b="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CH" b="1" noProof="0" dirty="0"/>
              <a:t>Token CSRF (Negri)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0" noProof="0" dirty="0"/>
              <a:t>Per </a:t>
            </a:r>
            <a:r>
              <a:rPr lang="fr-CH" b="0" noProof="0" dirty="0" err="1"/>
              <a:t>verificare</a:t>
            </a:r>
            <a:r>
              <a:rPr lang="fr-CH" b="0" noProof="0" dirty="0"/>
              <a:t> la </a:t>
            </a:r>
            <a:r>
              <a:rPr lang="fr-CH" b="0" noProof="0" dirty="0" err="1"/>
              <a:t>legittimità</a:t>
            </a:r>
            <a:r>
              <a:rPr lang="fr-CH" b="0" noProof="0" dirty="0"/>
              <a:t> delle </a:t>
            </a:r>
            <a:r>
              <a:rPr lang="fr-CH" b="0" noProof="0" dirty="0" err="1"/>
              <a:t>richieste</a:t>
            </a:r>
            <a:r>
              <a:rPr lang="fr-CH" b="0" noProof="0" dirty="0"/>
              <a:t> da parte dei client è stata </a:t>
            </a:r>
            <a:r>
              <a:rPr lang="fr-CH" b="0" noProof="0" dirty="0" err="1"/>
              <a:t>implementata</a:t>
            </a:r>
            <a:r>
              <a:rPr lang="fr-CH" b="0" noProof="0" dirty="0"/>
              <a:t> </a:t>
            </a:r>
            <a:r>
              <a:rPr lang="fr-CH" b="0" noProof="0" dirty="0" err="1"/>
              <a:t>una</a:t>
            </a:r>
            <a:r>
              <a:rPr lang="fr-CH" b="0" noProof="0" dirty="0"/>
              <a:t> </a:t>
            </a:r>
            <a:r>
              <a:rPr lang="fr-CH" b="0" noProof="0" dirty="0" err="1"/>
              <a:t>sicurezza</a:t>
            </a:r>
            <a:r>
              <a:rPr lang="fr-CH" b="0" noProof="0" dirty="0"/>
              <a:t> con </a:t>
            </a:r>
            <a:r>
              <a:rPr lang="fr-CH" b="0" noProof="0" dirty="0" err="1"/>
              <a:t>token</a:t>
            </a:r>
            <a:r>
              <a:rPr lang="fr-CH" b="0" noProof="0" dirty="0"/>
              <a:t>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0" noProof="0" dirty="0" err="1"/>
              <a:t>ovvero</a:t>
            </a:r>
            <a:r>
              <a:rPr lang="fr-CH" b="0" noProof="0" dirty="0"/>
              <a:t> input </a:t>
            </a:r>
            <a:r>
              <a:rPr lang="fr-CH" b="0" noProof="0" dirty="0" err="1"/>
              <a:t>nascosti</a:t>
            </a:r>
            <a:r>
              <a:rPr lang="fr-CH" b="0" noProof="0" dirty="0"/>
              <a:t> </a:t>
            </a:r>
            <a:r>
              <a:rPr lang="fr-CH" b="0" noProof="0" dirty="0" err="1"/>
              <a:t>all’interno</a:t>
            </a:r>
            <a:r>
              <a:rPr lang="fr-CH" b="0" noProof="0" dirty="0"/>
              <a:t> dei </a:t>
            </a:r>
            <a:r>
              <a:rPr lang="fr-CH" b="0" noProof="0" dirty="0" err="1"/>
              <a:t>form</a:t>
            </a:r>
            <a:r>
              <a:rPr lang="fr-CH" b="0" noProof="0" dirty="0"/>
              <a:t> </a:t>
            </a:r>
            <a:r>
              <a:rPr lang="fr-CH" b="0" noProof="0" dirty="0" err="1"/>
              <a:t>che</a:t>
            </a:r>
            <a:r>
              <a:rPr lang="fr-CH" b="0" noProof="0" dirty="0"/>
              <a:t> </a:t>
            </a:r>
            <a:r>
              <a:rPr lang="fr-CH" b="0" noProof="0" dirty="0" err="1"/>
              <a:t>vengono</a:t>
            </a:r>
            <a:r>
              <a:rPr lang="fr-CH" b="0" noProof="0" dirty="0"/>
              <a:t> </a:t>
            </a:r>
            <a:r>
              <a:rPr lang="fr-CH" b="0" noProof="0" dirty="0" err="1"/>
              <a:t>verificati</a:t>
            </a:r>
            <a:r>
              <a:rPr lang="fr-CH" b="0" noProof="0" dirty="0"/>
              <a:t> lato server.</a:t>
            </a:r>
            <a:endParaRPr lang="it-CH" b="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CH" b="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CH" b="1" noProof="0" dirty="0"/>
              <a:t>Validazione degli input (</a:t>
            </a:r>
            <a:r>
              <a:rPr lang="it-CH" b="1" noProof="0" dirty="0" err="1"/>
              <a:t>Samu</a:t>
            </a:r>
            <a:r>
              <a:rPr lang="it-CH" b="1" noProof="0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0" noProof="0" dirty="0"/>
              <a:t>La </a:t>
            </a:r>
            <a:r>
              <a:rPr lang="fr-CH" b="0" noProof="0" dirty="0" err="1"/>
              <a:t>validazione</a:t>
            </a:r>
            <a:r>
              <a:rPr lang="fr-CH" b="0" noProof="0" dirty="0"/>
              <a:t> </a:t>
            </a:r>
            <a:r>
              <a:rPr lang="fr-CH" b="0" noProof="0" dirty="0" err="1"/>
              <a:t>degli</a:t>
            </a:r>
            <a:r>
              <a:rPr lang="fr-CH" b="0" noProof="0" dirty="0"/>
              <a:t> input </a:t>
            </a:r>
            <a:r>
              <a:rPr lang="fr-CH" b="0" noProof="0" dirty="0" err="1"/>
              <a:t>avviene</a:t>
            </a:r>
            <a:r>
              <a:rPr lang="fr-CH" b="0" noProof="0" dirty="0"/>
              <a:t> in delle </a:t>
            </a:r>
            <a:r>
              <a:rPr lang="fr-CH" b="0" noProof="0" dirty="0" err="1"/>
              <a:t>classi</a:t>
            </a:r>
            <a:r>
              <a:rPr lang="fr-CH" b="0" noProof="0" dirty="0"/>
              <a:t> </a:t>
            </a:r>
            <a:r>
              <a:rPr lang="fr-CH" b="0" noProof="0" dirty="0" err="1"/>
              <a:t>specifiche</a:t>
            </a:r>
            <a:r>
              <a:rPr lang="fr-CH" b="0" noProof="0" dirty="0"/>
              <a:t> (</a:t>
            </a:r>
            <a:r>
              <a:rPr lang="fr-CH" b="0" noProof="0" dirty="0" err="1"/>
              <a:t>request</a:t>
            </a:r>
            <a:r>
              <a:rPr lang="fr-CH" b="0" noProof="0" dirty="0"/>
              <a:t> validation class) </a:t>
            </a:r>
            <a:r>
              <a:rPr lang="fr-CH" b="0" noProof="0" dirty="0" err="1"/>
              <a:t>che</a:t>
            </a:r>
            <a:r>
              <a:rPr lang="fr-CH" b="0" noProof="0" dirty="0"/>
              <a:t> </a:t>
            </a:r>
            <a:r>
              <a:rPr lang="fr-CH" b="0" noProof="0" dirty="0" err="1"/>
              <a:t>definiscono</a:t>
            </a:r>
            <a:r>
              <a:rPr lang="fr-CH" b="0" noProof="0" dirty="0"/>
              <a:t> le </a:t>
            </a:r>
            <a:r>
              <a:rPr lang="fr-CH" b="0" noProof="0" dirty="0" err="1"/>
              <a:t>regole</a:t>
            </a:r>
            <a:r>
              <a:rPr lang="fr-CH" b="0" noProof="0" dirty="0"/>
              <a:t> per le </a:t>
            </a:r>
            <a:r>
              <a:rPr lang="fr-CH" b="0" noProof="0" dirty="0" err="1"/>
              <a:t>quali</a:t>
            </a:r>
            <a:r>
              <a:rPr lang="fr-CH" b="0" noProof="0" dirty="0"/>
              <a:t> un input è </a:t>
            </a:r>
            <a:r>
              <a:rPr lang="fr-CH" b="0" noProof="0" dirty="0" err="1"/>
              <a:t>valido</a:t>
            </a:r>
            <a:r>
              <a:rPr lang="fr-CH" b="0" noProof="0" dirty="0"/>
              <a:t>.</a:t>
            </a:r>
            <a:endParaRPr lang="it-CH" b="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CH" b="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CH" b="1" noProof="0" dirty="0"/>
              <a:t>Directory </a:t>
            </a:r>
            <a:r>
              <a:rPr lang="it-CH" b="1" noProof="0" dirty="0" err="1"/>
              <a:t>traversal</a:t>
            </a:r>
            <a:r>
              <a:rPr lang="it-CH" b="1" noProof="0" dirty="0"/>
              <a:t> (Negri)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0" noProof="0" dirty="0" err="1"/>
              <a:t>Laravel</a:t>
            </a:r>
            <a:r>
              <a:rPr lang="fr-CH" b="0" noProof="0" dirty="0"/>
              <a:t> </a:t>
            </a:r>
            <a:r>
              <a:rPr lang="fr-CH" b="0" noProof="0" dirty="0" err="1"/>
              <a:t>gestisce</a:t>
            </a:r>
            <a:r>
              <a:rPr lang="fr-CH" b="0" noProof="0" dirty="0"/>
              <a:t> le </a:t>
            </a:r>
            <a:r>
              <a:rPr lang="fr-CH" b="0" noProof="0" dirty="0" err="1"/>
              <a:t>rotte</a:t>
            </a:r>
            <a:r>
              <a:rPr lang="fr-CH" b="0" noProof="0" dirty="0"/>
              <a:t> in modo tale da </a:t>
            </a:r>
            <a:r>
              <a:rPr lang="fr-CH" b="0" noProof="0" dirty="0" err="1"/>
              <a:t>impedire</a:t>
            </a:r>
            <a:r>
              <a:rPr lang="fr-CH" b="0" noProof="0" dirty="0"/>
              <a:t> l’</a:t>
            </a:r>
            <a:r>
              <a:rPr lang="fr-CH" b="0" noProof="0" dirty="0" err="1"/>
              <a:t>accesso</a:t>
            </a:r>
            <a:r>
              <a:rPr lang="fr-CH" b="0" noProof="0" dirty="0"/>
              <a:t> a </a:t>
            </a:r>
            <a:r>
              <a:rPr lang="fr-CH" b="0" noProof="0" dirty="0" err="1"/>
              <a:t>informazioni</a:t>
            </a:r>
            <a:r>
              <a:rPr lang="fr-CH" b="0" noProof="0" dirty="0"/>
              <a:t> </a:t>
            </a:r>
            <a:r>
              <a:rPr lang="fr-CH" b="0" noProof="0" dirty="0" err="1"/>
              <a:t>riservate</a:t>
            </a:r>
            <a:r>
              <a:rPr lang="fr-CH" b="0" noProof="0" dirty="0"/>
              <a:t> del server. Per la </a:t>
            </a:r>
            <a:r>
              <a:rPr lang="fr-CH" b="0" noProof="0" dirty="0" err="1"/>
              <a:t>protezione</a:t>
            </a:r>
            <a:r>
              <a:rPr lang="fr-CH" b="0" noProof="0" dirty="0"/>
              <a:t> di </a:t>
            </a:r>
            <a:r>
              <a:rPr lang="fr-CH" b="0" noProof="0" dirty="0" err="1"/>
              <a:t>sezioni</a:t>
            </a:r>
            <a:r>
              <a:rPr lang="fr-CH" b="0" noProof="0" dirty="0"/>
              <a:t> </a:t>
            </a:r>
            <a:r>
              <a:rPr lang="fr-CH" b="0" noProof="0" dirty="0" err="1"/>
              <a:t>riservate</a:t>
            </a:r>
            <a:r>
              <a:rPr lang="fr-CH" b="0" noProof="0" dirty="0"/>
              <a:t> sono </a:t>
            </a:r>
            <a:r>
              <a:rPr lang="fr-CH" b="0" noProof="0" dirty="0" err="1"/>
              <a:t>stati</a:t>
            </a:r>
            <a:r>
              <a:rPr lang="fr-CH" b="0" noProof="0" dirty="0"/>
              <a:t> </a:t>
            </a:r>
            <a:r>
              <a:rPr lang="fr-CH" b="0" noProof="0" dirty="0" err="1"/>
              <a:t>adoperati</a:t>
            </a:r>
            <a:r>
              <a:rPr lang="fr-CH" b="0" noProof="0" dirty="0"/>
              <a:t> dei middleware, </a:t>
            </a:r>
            <a:r>
              <a:rPr lang="fr-CH" b="0" noProof="0" dirty="0" err="1"/>
              <a:t>che</a:t>
            </a:r>
            <a:r>
              <a:rPr lang="fr-CH" b="0" noProof="0" dirty="0"/>
              <a:t> </a:t>
            </a:r>
            <a:r>
              <a:rPr lang="fr-CH" b="0" noProof="0" dirty="0" err="1"/>
              <a:t>verificando</a:t>
            </a:r>
            <a:r>
              <a:rPr lang="fr-CH" b="0" noProof="0" dirty="0"/>
              <a:t> il </a:t>
            </a:r>
            <a:r>
              <a:rPr lang="fr-CH" b="0" noProof="0" dirty="0" err="1"/>
              <a:t>ruolo</a:t>
            </a:r>
            <a:r>
              <a:rPr lang="fr-CH" b="0" noProof="0" dirty="0"/>
              <a:t> di un </a:t>
            </a:r>
            <a:r>
              <a:rPr lang="fr-CH" b="0" noProof="0" dirty="0" err="1"/>
              <a:t>utente</a:t>
            </a:r>
            <a:r>
              <a:rPr lang="fr-CH" b="0" noProof="0" dirty="0"/>
              <a:t> </a:t>
            </a:r>
            <a:r>
              <a:rPr lang="fr-CH" b="0" noProof="0" dirty="0" err="1"/>
              <a:t>restituiscono</a:t>
            </a:r>
            <a:r>
              <a:rPr lang="fr-CH" b="0" noProof="0" dirty="0"/>
              <a:t> pagine </a:t>
            </a:r>
            <a:r>
              <a:rPr lang="fr-CH" b="0" noProof="0" dirty="0" err="1"/>
              <a:t>differenti</a:t>
            </a:r>
            <a:r>
              <a:rPr lang="fr-CH" b="0" noProof="0" dirty="0"/>
              <a:t>.</a:t>
            </a:r>
            <a:endParaRPr lang="it-CH" b="0" noProof="0" dirty="0"/>
          </a:p>
        </p:txBody>
      </p:sp>
    </p:spTree>
    <p:extLst>
      <p:ext uri="{BB962C8B-B14F-4D97-AF65-F5344CB8AC3E}">
        <p14:creationId xmlns:p14="http://schemas.microsoft.com/office/powerpoint/2010/main" val="1983143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89087b5f10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89087b5f10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CH" b="1" dirty="0"/>
              <a:t>PROBLEMATICHE CON SOLUZIONI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CH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CH" b="1" dirty="0"/>
              <a:t>(Suma) </a:t>
            </a:r>
            <a:r>
              <a:rPr lang="fr-CH" b="1" dirty="0" err="1"/>
              <a:t>Linea</a:t>
            </a:r>
            <a:r>
              <a:rPr lang="fr-CH" b="1" dirty="0"/>
              <a:t> </a:t>
            </a:r>
            <a:r>
              <a:rPr lang="fr-CH" b="1" dirty="0" err="1"/>
              <a:t>apprendimento</a:t>
            </a:r>
            <a:r>
              <a:rPr lang="fr-CH" b="1" dirty="0"/>
              <a:t> -&gt; </a:t>
            </a:r>
            <a:r>
              <a:rPr lang="en-GB" dirty="0" err="1"/>
              <a:t>Formazione</a:t>
            </a: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CH" b="1" dirty="0"/>
              <a:t>(Samu) </a:t>
            </a:r>
            <a:r>
              <a:rPr lang="fr-CH" b="1" dirty="0" err="1"/>
              <a:t>Ricerca</a:t>
            </a:r>
            <a:r>
              <a:rPr lang="fr-CH" b="1" dirty="0"/>
              <a:t> con AJAX -&gt; </a:t>
            </a:r>
            <a:r>
              <a:rPr lang="en-GB" dirty="0" err="1"/>
              <a:t>Evitato</a:t>
            </a:r>
            <a:r>
              <a:rPr lang="en-GB" dirty="0"/>
              <a:t> </a:t>
            </a:r>
            <a:r>
              <a:rPr lang="en-GB" dirty="0" err="1"/>
              <a:t>l’utilizzo</a:t>
            </a:r>
            <a:r>
              <a:rPr lang="en-GB" dirty="0"/>
              <a:t> </a:t>
            </a:r>
            <a:r>
              <a:rPr lang="en-GB" dirty="0" err="1"/>
              <a:t>siccome</a:t>
            </a:r>
            <a:r>
              <a:rPr lang="en-GB" dirty="0"/>
              <a:t> non </a:t>
            </a:r>
            <a:r>
              <a:rPr lang="en-GB" dirty="0" err="1"/>
              <a:t>necessario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CH" b="1" dirty="0"/>
              <a:t>(Christian) </a:t>
            </a:r>
            <a:r>
              <a:rPr lang="fr-CH" b="1" dirty="0" err="1"/>
              <a:t>Sviluppo</a:t>
            </a:r>
            <a:r>
              <a:rPr lang="fr-CH" b="1" dirty="0"/>
              <a:t> su </a:t>
            </a:r>
            <a:r>
              <a:rPr lang="fr-CH" b="1" dirty="0" err="1"/>
              <a:t>rete</a:t>
            </a:r>
            <a:r>
              <a:rPr lang="fr-CH" b="1" dirty="0"/>
              <a:t> </a:t>
            </a:r>
            <a:r>
              <a:rPr lang="fr-CH" b="1" dirty="0" err="1"/>
              <a:t>scolastica</a:t>
            </a:r>
            <a:r>
              <a:rPr lang="fr-CH" b="1" dirty="0"/>
              <a:t> -&gt; </a:t>
            </a:r>
            <a:r>
              <a:rPr lang="en-GB" dirty="0" err="1"/>
              <a:t>Mezzi</a:t>
            </a:r>
            <a:r>
              <a:rPr lang="en-GB" dirty="0"/>
              <a:t> </a:t>
            </a:r>
            <a:r>
              <a:rPr lang="en-GB" dirty="0" err="1"/>
              <a:t>ausiliari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CH" b="1" dirty="0"/>
              <a:t>(Samu) </a:t>
            </a:r>
            <a:r>
              <a:rPr lang="fr-CH" b="1" dirty="0" err="1"/>
              <a:t>Organizzazione</a:t>
            </a:r>
            <a:r>
              <a:rPr lang="fr-CH" b="1" dirty="0"/>
              <a:t> GitHub -&gt; </a:t>
            </a:r>
            <a:r>
              <a:rPr lang="en-GB" dirty="0"/>
              <a:t>Maggiore </a:t>
            </a:r>
            <a:r>
              <a:rPr lang="en-GB" dirty="0" err="1"/>
              <a:t>attenzione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CH" b="1" dirty="0"/>
              <a:t>(Negri) </a:t>
            </a:r>
            <a:r>
              <a:rPr lang="fr-CH" b="1" dirty="0" err="1"/>
              <a:t>Collaborazione</a:t>
            </a:r>
            <a:r>
              <a:rPr lang="fr-CH" b="1" dirty="0"/>
              <a:t> -&gt; </a:t>
            </a:r>
            <a:r>
              <a:rPr lang="en-GB" dirty="0"/>
              <a:t>Maggiore </a:t>
            </a:r>
            <a:r>
              <a:rPr lang="en-GB" dirty="0" err="1"/>
              <a:t>comunicazione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89087b5f10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89087b5f10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(Negri) </a:t>
            </a:r>
            <a:r>
              <a:rPr b="1" dirty="0"/>
              <a:t>1:</a:t>
            </a:r>
            <a:r>
              <a:rPr dirty="0"/>
              <a:t> Google, Apple, </a:t>
            </a:r>
            <a:r>
              <a:rPr lang="it-IT" dirty="0"/>
              <a:t>…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(Christian) </a:t>
            </a:r>
            <a:r>
              <a:rPr lang="en-150" b="1" dirty="0"/>
              <a:t>2:</a:t>
            </a:r>
            <a:r>
              <a:rPr lang="en-150" dirty="0"/>
              <a:t> Opzioni di pagamento fornite da Stripe: Carte (Visa, MasterCard, American express) e Wallet Online (Apple Pay e Google Pay). Opzioni di pagamento da fornire: PayPal e Twint</a:t>
            </a:r>
            <a:endParaRPr lang="fr-CH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1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(Christian) </a:t>
            </a:r>
            <a:r>
              <a:rPr lang="en-150" b="1" dirty="0"/>
              <a:t>3:</a:t>
            </a:r>
            <a:r>
              <a:rPr lang="en-150" dirty="0"/>
              <a:t> p.es inserire la priorità con cui si vogliono mettere le immagini alla creazione di un prodotto.</a:t>
            </a:r>
            <a:endParaRPr lang="fr-CH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(Suma) 4: </a:t>
            </a:r>
            <a:r>
              <a:rPr lang="fr-CH" b="0" dirty="0"/>
              <a:t>mail server</a:t>
            </a: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b="1" dirty="0"/>
              <a:t>(Samu) 5: </a:t>
            </a:r>
            <a:r>
              <a:rPr lang="fr-CH" b="0" dirty="0"/>
              <a:t>Ordine delle </a:t>
            </a:r>
            <a:r>
              <a:rPr lang="fr-CH" b="0" dirty="0" err="1"/>
              <a:t>immagini</a:t>
            </a:r>
            <a:r>
              <a:rPr lang="fr-CH" b="0" dirty="0"/>
              <a:t> </a:t>
            </a:r>
            <a:r>
              <a:rPr lang="fr-CH" b="0" dirty="0" err="1"/>
              <a:t>del</a:t>
            </a:r>
            <a:r>
              <a:rPr lang="fr-CH" b="0" dirty="0"/>
              <a:t> </a:t>
            </a:r>
            <a:r>
              <a:rPr lang="fr-CH" b="0" dirty="0" err="1"/>
              <a:t>prodotto</a:t>
            </a:r>
            <a:r>
              <a:rPr lang="fr-CH" b="0" dirty="0"/>
              <a:t>, </a:t>
            </a:r>
            <a:r>
              <a:rPr lang="fr-CH" b="0" dirty="0" err="1"/>
              <a:t>della</a:t>
            </a:r>
            <a:r>
              <a:rPr lang="fr-CH" b="0" dirty="0"/>
              <a:t> </a:t>
            </a:r>
            <a:r>
              <a:rPr lang="fr-CH" b="0" dirty="0" err="1"/>
              <a:t>categoria</a:t>
            </a:r>
            <a:r>
              <a:rPr lang="fr-CH" b="0" dirty="0"/>
              <a:t>, colore </a:t>
            </a:r>
            <a:r>
              <a:rPr lang="fr-CH" b="0" dirty="0" err="1"/>
              <a:t>selezionabile</a:t>
            </a:r>
            <a:r>
              <a:rPr lang="fr-CH" b="0" dirty="0"/>
              <a:t> etc…</a:t>
            </a:r>
            <a:endParaRPr b="1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B566DD52-5D3A-6FF2-4EE6-1B3853B69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89087b5f10_0_322:notes">
            <a:extLst>
              <a:ext uri="{FF2B5EF4-FFF2-40B4-BE49-F238E27FC236}">
                <a16:creationId xmlns:a16="http://schemas.microsoft.com/office/drawing/2014/main" id="{04837E8C-0B04-3CB1-6E6D-165E2B70C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89087b5f10_0_322:notes">
            <a:extLst>
              <a:ext uri="{FF2B5EF4-FFF2-40B4-BE49-F238E27FC236}">
                <a16:creationId xmlns:a16="http://schemas.microsoft.com/office/drawing/2014/main" id="{6CC6BADC-D841-BF3A-7C51-F4E5D2DD57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 err="1"/>
              <a:t>Guardare</a:t>
            </a:r>
            <a:r>
              <a:rPr lang="fr-CH" dirty="0"/>
              <a:t> il tempo e </a:t>
            </a:r>
            <a:r>
              <a:rPr lang="fr-CH" dirty="0" err="1"/>
              <a:t>gestirsi</a:t>
            </a:r>
            <a:r>
              <a:rPr lang="fr-CH" dirty="0"/>
              <a:t> di </a:t>
            </a:r>
            <a:r>
              <a:rPr lang="fr-CH" dirty="0" err="1"/>
              <a:t>conseguenza</a:t>
            </a:r>
            <a:r>
              <a:rPr lang="fr-CH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3843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89087b5f1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89087b5f1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Christian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89087b5f10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89087b5f10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262648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4518575" y="535475"/>
            <a:ext cx="1500623" cy="1028942"/>
          </a:xfrm>
          <a:custGeom>
            <a:avLst/>
            <a:gdLst/>
            <a:ahLst/>
            <a:cxnLst/>
            <a:rect l="l" t="t" r="r" b="b"/>
            <a:pathLst>
              <a:path w="29476" h="20211" extrusionOk="0">
                <a:moveTo>
                  <a:pt x="697" y="8545"/>
                </a:moveTo>
                <a:cubicBezTo>
                  <a:pt x="2569" y="3816"/>
                  <a:pt x="7586" y="840"/>
                  <a:pt x="12626" y="312"/>
                </a:cubicBezTo>
                <a:cubicBezTo>
                  <a:pt x="15578" y="0"/>
                  <a:pt x="18603" y="408"/>
                  <a:pt x="21363" y="1488"/>
                </a:cubicBezTo>
                <a:cubicBezTo>
                  <a:pt x="23811" y="2448"/>
                  <a:pt x="26115" y="3960"/>
                  <a:pt x="27556" y="6169"/>
                </a:cubicBezTo>
                <a:cubicBezTo>
                  <a:pt x="28996" y="8353"/>
                  <a:pt x="29476" y="11281"/>
                  <a:pt x="28420" y="13681"/>
                </a:cubicBezTo>
                <a:cubicBezTo>
                  <a:pt x="27052" y="16706"/>
                  <a:pt x="23691" y="18266"/>
                  <a:pt x="20547" y="19322"/>
                </a:cubicBezTo>
                <a:cubicBezTo>
                  <a:pt x="19155" y="19802"/>
                  <a:pt x="17523" y="20210"/>
                  <a:pt x="16298" y="19418"/>
                </a:cubicBezTo>
                <a:cubicBezTo>
                  <a:pt x="15218" y="18746"/>
                  <a:pt x="14810" y="17354"/>
                  <a:pt x="14018" y="16346"/>
                </a:cubicBezTo>
                <a:cubicBezTo>
                  <a:pt x="12650" y="14593"/>
                  <a:pt x="10274" y="14089"/>
                  <a:pt x="8114" y="13681"/>
                </a:cubicBezTo>
                <a:cubicBezTo>
                  <a:pt x="6385" y="13369"/>
                  <a:pt x="4657" y="13057"/>
                  <a:pt x="2929" y="12721"/>
                </a:cubicBezTo>
                <a:cubicBezTo>
                  <a:pt x="2425" y="12625"/>
                  <a:pt x="1873" y="12529"/>
                  <a:pt x="1441" y="12241"/>
                </a:cubicBezTo>
                <a:cubicBezTo>
                  <a:pt x="1" y="11257"/>
                  <a:pt x="481" y="9025"/>
                  <a:pt x="673" y="8545"/>
                </a:cubicBezTo>
              </a:path>
            </a:pathLst>
          </a:custGeom>
          <a:solidFill>
            <a:srgbClr val="3135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ctrTitle"/>
          </p:nvPr>
        </p:nvSpPr>
        <p:spPr>
          <a:xfrm>
            <a:off x="311708" y="13284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  <p:sp>
        <p:nvSpPr>
          <p:cNvPr id="58" name="Google Shape;58;p14"/>
          <p:cNvSpPr/>
          <p:nvPr/>
        </p:nvSpPr>
        <p:spPr>
          <a:xfrm rot="-5400000">
            <a:off x="7454315" y="3170366"/>
            <a:ext cx="2148706" cy="3085249"/>
          </a:xfrm>
          <a:custGeom>
            <a:avLst/>
            <a:gdLst/>
            <a:ahLst/>
            <a:cxnLst/>
            <a:rect l="l" t="t" r="r" b="b"/>
            <a:pathLst>
              <a:path w="34637" h="49734" extrusionOk="0">
                <a:moveTo>
                  <a:pt x="4441" y="1753"/>
                </a:moveTo>
                <a:cubicBezTo>
                  <a:pt x="697" y="4825"/>
                  <a:pt x="25" y="12434"/>
                  <a:pt x="1" y="19106"/>
                </a:cubicBezTo>
                <a:cubicBezTo>
                  <a:pt x="1" y="24459"/>
                  <a:pt x="529" y="29859"/>
                  <a:pt x="2425" y="34852"/>
                </a:cubicBezTo>
                <a:cubicBezTo>
                  <a:pt x="4321" y="39820"/>
                  <a:pt x="7729" y="44381"/>
                  <a:pt x="12410" y="46925"/>
                </a:cubicBezTo>
                <a:cubicBezTo>
                  <a:pt x="17114" y="49469"/>
                  <a:pt x="23163" y="49733"/>
                  <a:pt x="27700" y="46901"/>
                </a:cubicBezTo>
                <a:cubicBezTo>
                  <a:pt x="32212" y="44069"/>
                  <a:pt x="34636" y="37948"/>
                  <a:pt x="32596" y="33004"/>
                </a:cubicBezTo>
                <a:cubicBezTo>
                  <a:pt x="31204" y="29643"/>
                  <a:pt x="28180" y="27315"/>
                  <a:pt x="25947" y="24459"/>
                </a:cubicBezTo>
                <a:cubicBezTo>
                  <a:pt x="22179" y="19610"/>
                  <a:pt x="20739" y="13394"/>
                  <a:pt x="19299" y="7417"/>
                </a:cubicBezTo>
                <a:cubicBezTo>
                  <a:pt x="19011" y="6217"/>
                  <a:pt x="18699" y="4993"/>
                  <a:pt x="18050" y="3937"/>
                </a:cubicBezTo>
                <a:cubicBezTo>
                  <a:pt x="16610" y="1585"/>
                  <a:pt x="13754" y="504"/>
                  <a:pt x="10994" y="216"/>
                </a:cubicBezTo>
                <a:cubicBezTo>
                  <a:pt x="8930" y="0"/>
                  <a:pt x="5353" y="1009"/>
                  <a:pt x="4441" y="1753"/>
                </a:cubicBezTo>
              </a:path>
            </a:pathLst>
          </a:custGeom>
          <a:gradFill>
            <a:gsLst>
              <a:gs pos="0">
                <a:srgbClr val="FE4CC2"/>
              </a:gs>
              <a:gs pos="100000">
                <a:srgbClr val="FE86A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Slide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>
            <a:endCxn id="61" idx="2"/>
          </p:cNvCxnSpPr>
          <p:nvPr/>
        </p:nvCxnSpPr>
        <p:spPr>
          <a:xfrm rot="10800000" flipH="1">
            <a:off x="1280700" y="2534463"/>
            <a:ext cx="6265500" cy="27300"/>
          </a:xfrm>
          <a:prstGeom prst="straightConnector1">
            <a:avLst/>
          </a:prstGeom>
          <a:noFill/>
          <a:ln w="19050" cap="flat" cmpd="sng">
            <a:solidFill>
              <a:srgbClr val="393D63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360000" y="464725"/>
            <a:ext cx="847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658700" y="2113563"/>
            <a:ext cx="841800" cy="841800"/>
          </a:xfrm>
          <a:prstGeom prst="ellipse">
            <a:avLst/>
          </a:prstGeom>
          <a:solidFill>
            <a:srgbClr val="38A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2270250" y="2113563"/>
            <a:ext cx="841800" cy="841800"/>
          </a:xfrm>
          <a:prstGeom prst="ellipse">
            <a:avLst/>
          </a:prstGeom>
          <a:solidFill>
            <a:srgbClr val="8F68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4028900" y="2113563"/>
            <a:ext cx="841800" cy="841800"/>
          </a:xfrm>
          <a:prstGeom prst="ellipse">
            <a:avLst/>
          </a:prstGeom>
          <a:solidFill>
            <a:srgbClr val="FC4D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5787550" y="2113563"/>
            <a:ext cx="841800" cy="841800"/>
          </a:xfrm>
          <a:prstGeom prst="ellipse">
            <a:avLst/>
          </a:prstGeom>
          <a:solidFill>
            <a:srgbClr val="FE93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7546200" y="2113563"/>
            <a:ext cx="841800" cy="841800"/>
          </a:xfrm>
          <a:prstGeom prst="ellipse">
            <a:avLst/>
          </a:prstGeom>
          <a:solidFill>
            <a:srgbClr val="19C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658700" y="2292000"/>
            <a:ext cx="8418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3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260400" y="2254725"/>
            <a:ext cx="8517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3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028950" y="2254725"/>
            <a:ext cx="8418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3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5777538" y="2254725"/>
            <a:ext cx="8517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3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546200" y="2254725"/>
            <a:ext cx="8418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3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409100" y="3086050"/>
            <a:ext cx="13410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2"/>
          </p:nvPr>
        </p:nvSpPr>
        <p:spPr>
          <a:xfrm>
            <a:off x="2015750" y="3086050"/>
            <a:ext cx="13410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3"/>
          </p:nvPr>
        </p:nvSpPr>
        <p:spPr>
          <a:xfrm>
            <a:off x="3779300" y="3086050"/>
            <a:ext cx="13410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4"/>
          </p:nvPr>
        </p:nvSpPr>
        <p:spPr>
          <a:xfrm>
            <a:off x="5542850" y="3086050"/>
            <a:ext cx="13410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5"/>
          </p:nvPr>
        </p:nvSpPr>
        <p:spPr>
          <a:xfrm>
            <a:off x="7306400" y="3086050"/>
            <a:ext cx="13410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Slide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  <p:sp>
        <p:nvSpPr>
          <p:cNvPr id="80" name="Google Shape;80;p16"/>
          <p:cNvSpPr>
            <a:spLocks noGrp="1"/>
          </p:cNvSpPr>
          <p:nvPr>
            <p:ph type="pic" idx="2"/>
          </p:nvPr>
        </p:nvSpPr>
        <p:spPr>
          <a:xfrm>
            <a:off x="419100" y="613200"/>
            <a:ext cx="3514800" cy="3917100"/>
          </a:xfrm>
          <a:prstGeom prst="roundRect">
            <a:avLst>
              <a:gd name="adj" fmla="val 10027"/>
            </a:avLst>
          </a:prstGeom>
          <a:noFill/>
          <a:ln>
            <a:noFill/>
          </a:ln>
        </p:spPr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4219100" y="3124200"/>
            <a:ext cx="4613100" cy="13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rrent social media logos slide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-9525" y="4267200"/>
            <a:ext cx="9144000" cy="914400"/>
          </a:xfrm>
          <a:prstGeom prst="rect">
            <a:avLst/>
          </a:prstGeom>
          <a:solidFill>
            <a:srgbClr val="393D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0" y="1285875"/>
            <a:ext cx="9144000" cy="3857700"/>
          </a:xfrm>
          <a:prstGeom prst="roundRect">
            <a:avLst>
              <a:gd name="adj" fmla="val 9629"/>
            </a:avLst>
          </a:prstGeom>
          <a:solidFill>
            <a:srgbClr val="393D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60000" y="464725"/>
            <a:ext cx="847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-554125" y="-127137"/>
            <a:ext cx="1420891" cy="974271"/>
          </a:xfrm>
          <a:custGeom>
            <a:avLst/>
            <a:gdLst/>
            <a:ahLst/>
            <a:cxnLst/>
            <a:rect l="l" t="t" r="r" b="b"/>
            <a:pathLst>
              <a:path w="29476" h="20211" extrusionOk="0">
                <a:moveTo>
                  <a:pt x="697" y="8545"/>
                </a:moveTo>
                <a:cubicBezTo>
                  <a:pt x="2569" y="3816"/>
                  <a:pt x="7586" y="840"/>
                  <a:pt x="12626" y="312"/>
                </a:cubicBezTo>
                <a:cubicBezTo>
                  <a:pt x="15578" y="0"/>
                  <a:pt x="18603" y="408"/>
                  <a:pt x="21363" y="1488"/>
                </a:cubicBezTo>
                <a:cubicBezTo>
                  <a:pt x="23811" y="2448"/>
                  <a:pt x="26115" y="3960"/>
                  <a:pt x="27556" y="6169"/>
                </a:cubicBezTo>
                <a:cubicBezTo>
                  <a:pt x="28996" y="8353"/>
                  <a:pt x="29476" y="11281"/>
                  <a:pt x="28420" y="13681"/>
                </a:cubicBezTo>
                <a:cubicBezTo>
                  <a:pt x="27052" y="16706"/>
                  <a:pt x="23691" y="18266"/>
                  <a:pt x="20547" y="19322"/>
                </a:cubicBezTo>
                <a:cubicBezTo>
                  <a:pt x="19155" y="19802"/>
                  <a:pt x="17523" y="20210"/>
                  <a:pt x="16298" y="19418"/>
                </a:cubicBezTo>
                <a:cubicBezTo>
                  <a:pt x="15218" y="18746"/>
                  <a:pt x="14810" y="17354"/>
                  <a:pt x="14018" y="16346"/>
                </a:cubicBezTo>
                <a:cubicBezTo>
                  <a:pt x="12650" y="14593"/>
                  <a:pt x="10274" y="14089"/>
                  <a:pt x="8114" y="13681"/>
                </a:cubicBezTo>
                <a:cubicBezTo>
                  <a:pt x="6385" y="13369"/>
                  <a:pt x="4657" y="13057"/>
                  <a:pt x="2929" y="12721"/>
                </a:cubicBezTo>
                <a:cubicBezTo>
                  <a:pt x="2425" y="12625"/>
                  <a:pt x="1873" y="12529"/>
                  <a:pt x="1441" y="12241"/>
                </a:cubicBezTo>
                <a:cubicBezTo>
                  <a:pt x="1" y="11257"/>
                  <a:pt x="481" y="9025"/>
                  <a:pt x="673" y="8545"/>
                </a:cubicBezTo>
              </a:path>
            </a:pathLst>
          </a:custGeom>
          <a:gradFill>
            <a:gsLst>
              <a:gs pos="0">
                <a:srgbClr val="FE4CC2"/>
              </a:gs>
              <a:gs pos="100000">
                <a:srgbClr val="FE86A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7"/>
          <p:cNvSpPr>
            <a:spLocks noGrp="1"/>
          </p:cNvSpPr>
          <p:nvPr>
            <p:ph type="pic" idx="2"/>
          </p:nvPr>
        </p:nvSpPr>
        <p:spPr>
          <a:xfrm>
            <a:off x="1374900" y="2110950"/>
            <a:ext cx="841800" cy="841800"/>
          </a:xfrm>
          <a:prstGeom prst="roundRect">
            <a:avLst>
              <a:gd name="adj" fmla="val 7921"/>
            </a:avLst>
          </a:prstGeom>
          <a:noFill/>
          <a:ln>
            <a:noFill/>
          </a:ln>
        </p:spPr>
      </p:sp>
      <p:sp>
        <p:nvSpPr>
          <p:cNvPr id="89" name="Google Shape;89;p17"/>
          <p:cNvSpPr>
            <a:spLocks noGrp="1"/>
          </p:cNvSpPr>
          <p:nvPr>
            <p:ph type="pic" idx="3"/>
          </p:nvPr>
        </p:nvSpPr>
        <p:spPr>
          <a:xfrm>
            <a:off x="2775075" y="2110950"/>
            <a:ext cx="841800" cy="841800"/>
          </a:xfrm>
          <a:prstGeom prst="roundRect">
            <a:avLst>
              <a:gd name="adj" fmla="val 7921"/>
            </a:avLst>
          </a:prstGeom>
          <a:noFill/>
          <a:ln>
            <a:noFill/>
          </a:ln>
        </p:spPr>
      </p:sp>
      <p:sp>
        <p:nvSpPr>
          <p:cNvPr id="90" name="Google Shape;90;p17"/>
          <p:cNvSpPr>
            <a:spLocks noGrp="1"/>
          </p:cNvSpPr>
          <p:nvPr>
            <p:ph type="pic" idx="4"/>
          </p:nvPr>
        </p:nvSpPr>
        <p:spPr>
          <a:xfrm>
            <a:off x="4175250" y="2110950"/>
            <a:ext cx="841800" cy="841800"/>
          </a:xfrm>
          <a:prstGeom prst="roundRect">
            <a:avLst>
              <a:gd name="adj" fmla="val 7921"/>
            </a:avLst>
          </a:prstGeom>
          <a:noFill/>
          <a:ln>
            <a:noFill/>
          </a:ln>
        </p:spPr>
      </p:sp>
      <p:sp>
        <p:nvSpPr>
          <p:cNvPr id="91" name="Google Shape;91;p17"/>
          <p:cNvSpPr>
            <a:spLocks noGrp="1"/>
          </p:cNvSpPr>
          <p:nvPr>
            <p:ph type="pic" idx="5"/>
          </p:nvPr>
        </p:nvSpPr>
        <p:spPr>
          <a:xfrm>
            <a:off x="5575425" y="2110950"/>
            <a:ext cx="841800" cy="841800"/>
          </a:xfrm>
          <a:prstGeom prst="roundRect">
            <a:avLst>
              <a:gd name="adj" fmla="val 7921"/>
            </a:avLst>
          </a:prstGeom>
          <a:noFill/>
          <a:ln>
            <a:noFill/>
          </a:ln>
        </p:spPr>
      </p:sp>
      <p:sp>
        <p:nvSpPr>
          <p:cNvPr id="92" name="Google Shape;92;p17"/>
          <p:cNvSpPr>
            <a:spLocks noGrp="1"/>
          </p:cNvSpPr>
          <p:nvPr>
            <p:ph type="pic" idx="6"/>
          </p:nvPr>
        </p:nvSpPr>
        <p:spPr>
          <a:xfrm>
            <a:off x="6975600" y="2110950"/>
            <a:ext cx="841800" cy="841800"/>
          </a:xfrm>
          <a:prstGeom prst="roundRect">
            <a:avLst>
              <a:gd name="adj" fmla="val 7921"/>
            </a:avLst>
          </a:prstGeom>
          <a:noFill/>
          <a:ln>
            <a:noFill/>
          </a:ln>
        </p:spPr>
      </p:sp>
      <p:sp>
        <p:nvSpPr>
          <p:cNvPr id="93" name="Google Shape;93;p17"/>
          <p:cNvSpPr>
            <a:spLocks noGrp="1"/>
          </p:cNvSpPr>
          <p:nvPr>
            <p:ph type="pic" idx="7"/>
          </p:nvPr>
        </p:nvSpPr>
        <p:spPr>
          <a:xfrm>
            <a:off x="1341225" y="3379575"/>
            <a:ext cx="841800" cy="841800"/>
          </a:xfrm>
          <a:prstGeom prst="roundRect">
            <a:avLst>
              <a:gd name="adj" fmla="val 7921"/>
            </a:avLst>
          </a:prstGeom>
          <a:noFill/>
          <a:ln>
            <a:noFill/>
          </a:ln>
        </p:spPr>
      </p:sp>
      <p:sp>
        <p:nvSpPr>
          <p:cNvPr id="94" name="Google Shape;94;p17"/>
          <p:cNvSpPr>
            <a:spLocks noGrp="1"/>
          </p:cNvSpPr>
          <p:nvPr>
            <p:ph type="pic" idx="8"/>
          </p:nvPr>
        </p:nvSpPr>
        <p:spPr>
          <a:xfrm>
            <a:off x="2741400" y="3379575"/>
            <a:ext cx="841800" cy="841800"/>
          </a:xfrm>
          <a:prstGeom prst="roundRect">
            <a:avLst>
              <a:gd name="adj" fmla="val 7921"/>
            </a:avLst>
          </a:prstGeom>
          <a:noFill/>
          <a:ln>
            <a:noFill/>
          </a:ln>
        </p:spPr>
      </p:sp>
      <p:sp>
        <p:nvSpPr>
          <p:cNvPr id="95" name="Google Shape;95;p17"/>
          <p:cNvSpPr>
            <a:spLocks noGrp="1"/>
          </p:cNvSpPr>
          <p:nvPr>
            <p:ph type="pic" idx="9"/>
          </p:nvPr>
        </p:nvSpPr>
        <p:spPr>
          <a:xfrm>
            <a:off x="4141575" y="3379575"/>
            <a:ext cx="841800" cy="841800"/>
          </a:xfrm>
          <a:prstGeom prst="roundRect">
            <a:avLst>
              <a:gd name="adj" fmla="val 7921"/>
            </a:avLst>
          </a:prstGeom>
          <a:noFill/>
          <a:ln>
            <a:noFill/>
          </a:ln>
        </p:spPr>
      </p:sp>
      <p:sp>
        <p:nvSpPr>
          <p:cNvPr id="96" name="Google Shape;96;p17"/>
          <p:cNvSpPr>
            <a:spLocks noGrp="1"/>
          </p:cNvSpPr>
          <p:nvPr>
            <p:ph type="pic" idx="13"/>
          </p:nvPr>
        </p:nvSpPr>
        <p:spPr>
          <a:xfrm>
            <a:off x="5541750" y="3379575"/>
            <a:ext cx="841800" cy="841800"/>
          </a:xfrm>
          <a:prstGeom prst="roundRect">
            <a:avLst>
              <a:gd name="adj" fmla="val 7921"/>
            </a:avLst>
          </a:prstGeom>
          <a:noFill/>
          <a:ln>
            <a:noFill/>
          </a:ln>
        </p:spPr>
      </p:sp>
      <p:sp>
        <p:nvSpPr>
          <p:cNvPr id="97" name="Google Shape;97;p17"/>
          <p:cNvSpPr>
            <a:spLocks noGrp="1"/>
          </p:cNvSpPr>
          <p:nvPr>
            <p:ph type="pic" idx="14"/>
          </p:nvPr>
        </p:nvSpPr>
        <p:spPr>
          <a:xfrm>
            <a:off x="6941925" y="3379575"/>
            <a:ext cx="841800" cy="841800"/>
          </a:xfrm>
          <a:prstGeom prst="roundRect">
            <a:avLst>
              <a:gd name="adj" fmla="val 7921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ntifying target audience slide" type="titleOnly">
  <p:cSld name="TITLE_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4410075" y="360000"/>
            <a:ext cx="4422300" cy="9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  <p:grpSp>
        <p:nvGrpSpPr>
          <p:cNvPr id="101" name="Google Shape;101;p18"/>
          <p:cNvGrpSpPr/>
          <p:nvPr/>
        </p:nvGrpSpPr>
        <p:grpSpPr>
          <a:xfrm>
            <a:off x="104775" y="558600"/>
            <a:ext cx="3945475" cy="3918150"/>
            <a:chOff x="1833475" y="894450"/>
            <a:chExt cx="3945475" cy="3918150"/>
          </a:xfrm>
        </p:grpSpPr>
        <p:sp>
          <p:nvSpPr>
            <p:cNvPr id="102" name="Google Shape;102;p18"/>
            <p:cNvSpPr/>
            <p:nvPr/>
          </p:nvSpPr>
          <p:spPr>
            <a:xfrm>
              <a:off x="1833475" y="894450"/>
              <a:ext cx="3945475" cy="3918150"/>
            </a:xfrm>
            <a:custGeom>
              <a:avLst/>
              <a:gdLst/>
              <a:ahLst/>
              <a:cxnLst/>
              <a:rect l="l" t="t" r="r" b="b"/>
              <a:pathLst>
                <a:path w="157819" h="156726" extrusionOk="0">
                  <a:moveTo>
                    <a:pt x="93137" y="16554"/>
                  </a:moveTo>
                  <a:cubicBezTo>
                    <a:pt x="93168" y="16554"/>
                    <a:pt x="93199" y="16554"/>
                    <a:pt x="93229" y="16554"/>
                  </a:cubicBezTo>
                  <a:cubicBezTo>
                    <a:pt x="119146" y="16655"/>
                    <a:pt x="140121" y="37681"/>
                    <a:pt x="140171" y="63547"/>
                  </a:cubicBezTo>
                  <a:cubicBezTo>
                    <a:pt x="140222" y="89312"/>
                    <a:pt x="119196" y="110388"/>
                    <a:pt x="93280" y="110489"/>
                  </a:cubicBezTo>
                  <a:cubicBezTo>
                    <a:pt x="93218" y="110489"/>
                    <a:pt x="93156" y="110489"/>
                    <a:pt x="93095" y="110489"/>
                  </a:cubicBezTo>
                  <a:cubicBezTo>
                    <a:pt x="67313" y="110489"/>
                    <a:pt x="46287" y="89452"/>
                    <a:pt x="46237" y="63597"/>
                  </a:cubicBezTo>
                  <a:cubicBezTo>
                    <a:pt x="46187" y="37712"/>
                    <a:pt x="67363" y="16554"/>
                    <a:pt x="93137" y="16554"/>
                  </a:cubicBezTo>
                  <a:close/>
                  <a:moveTo>
                    <a:pt x="92635" y="1"/>
                  </a:moveTo>
                  <a:cubicBezTo>
                    <a:pt x="84358" y="1"/>
                    <a:pt x="76263" y="1729"/>
                    <a:pt x="68422" y="5058"/>
                  </a:cubicBezTo>
                  <a:cubicBezTo>
                    <a:pt x="51985" y="12067"/>
                    <a:pt x="40539" y="24067"/>
                    <a:pt x="33884" y="40555"/>
                  </a:cubicBezTo>
                  <a:cubicBezTo>
                    <a:pt x="29951" y="50286"/>
                    <a:pt x="28842" y="60522"/>
                    <a:pt x="30153" y="70908"/>
                  </a:cubicBezTo>
                  <a:cubicBezTo>
                    <a:pt x="31212" y="79077"/>
                    <a:pt x="33783" y="86741"/>
                    <a:pt x="37867" y="93900"/>
                  </a:cubicBezTo>
                  <a:cubicBezTo>
                    <a:pt x="39581" y="96976"/>
                    <a:pt x="39481" y="97329"/>
                    <a:pt x="36959" y="99850"/>
                  </a:cubicBezTo>
                  <a:cubicBezTo>
                    <a:pt x="26875" y="109934"/>
                    <a:pt x="16741" y="120019"/>
                    <a:pt x="6707" y="130153"/>
                  </a:cubicBezTo>
                  <a:cubicBezTo>
                    <a:pt x="4993" y="131868"/>
                    <a:pt x="3430" y="133834"/>
                    <a:pt x="2219" y="135901"/>
                  </a:cubicBezTo>
                  <a:cubicBezTo>
                    <a:pt x="1211" y="137666"/>
                    <a:pt x="757" y="139784"/>
                    <a:pt x="51" y="141700"/>
                  </a:cubicBezTo>
                  <a:lnTo>
                    <a:pt x="1" y="141700"/>
                  </a:lnTo>
                  <a:lnTo>
                    <a:pt x="1" y="145380"/>
                  </a:lnTo>
                  <a:cubicBezTo>
                    <a:pt x="707" y="148002"/>
                    <a:pt x="1766" y="150322"/>
                    <a:pt x="3682" y="152338"/>
                  </a:cubicBezTo>
                  <a:cubicBezTo>
                    <a:pt x="5799" y="154557"/>
                    <a:pt x="8371" y="156019"/>
                    <a:pt x="11346" y="156725"/>
                  </a:cubicBezTo>
                  <a:lnTo>
                    <a:pt x="15026" y="156725"/>
                  </a:lnTo>
                  <a:cubicBezTo>
                    <a:pt x="21127" y="155565"/>
                    <a:pt x="25312" y="151481"/>
                    <a:pt x="29447" y="147296"/>
                  </a:cubicBezTo>
                  <a:cubicBezTo>
                    <a:pt x="38573" y="138019"/>
                    <a:pt x="47800" y="128842"/>
                    <a:pt x="57027" y="119666"/>
                  </a:cubicBezTo>
                  <a:cubicBezTo>
                    <a:pt x="58346" y="118346"/>
                    <a:pt x="59072" y="117730"/>
                    <a:pt x="59969" y="117730"/>
                  </a:cubicBezTo>
                  <a:cubicBezTo>
                    <a:pt x="60683" y="117730"/>
                    <a:pt x="61507" y="118121"/>
                    <a:pt x="62825" y="118859"/>
                  </a:cubicBezTo>
                  <a:cubicBezTo>
                    <a:pt x="70742" y="123346"/>
                    <a:pt x="79212" y="126019"/>
                    <a:pt x="88288" y="126825"/>
                  </a:cubicBezTo>
                  <a:cubicBezTo>
                    <a:pt x="90270" y="126997"/>
                    <a:pt x="92232" y="127084"/>
                    <a:pt x="94174" y="127084"/>
                  </a:cubicBezTo>
                  <a:cubicBezTo>
                    <a:pt x="105321" y="127084"/>
                    <a:pt x="115794" y="124230"/>
                    <a:pt x="125499" y="118304"/>
                  </a:cubicBezTo>
                  <a:cubicBezTo>
                    <a:pt x="142440" y="107968"/>
                    <a:pt x="152776" y="92942"/>
                    <a:pt x="155903" y="73228"/>
                  </a:cubicBezTo>
                  <a:cubicBezTo>
                    <a:pt x="157819" y="61328"/>
                    <a:pt x="156508" y="49732"/>
                    <a:pt x="151667" y="38790"/>
                  </a:cubicBezTo>
                  <a:cubicBezTo>
                    <a:pt x="142238" y="17512"/>
                    <a:pt x="125902" y="4756"/>
                    <a:pt x="102860" y="874"/>
                  </a:cubicBezTo>
                  <a:cubicBezTo>
                    <a:pt x="99425" y="289"/>
                    <a:pt x="96015" y="1"/>
                    <a:pt x="92635" y="1"/>
                  </a:cubicBezTo>
                  <a:close/>
                </a:path>
              </a:pathLst>
            </a:custGeom>
            <a:solidFill>
              <a:srgbClr val="393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8"/>
            <p:cNvSpPr/>
            <p:nvPr/>
          </p:nvSpPr>
          <p:spPr>
            <a:xfrm>
              <a:off x="3235950" y="1523850"/>
              <a:ext cx="1521975" cy="864050"/>
            </a:xfrm>
            <a:custGeom>
              <a:avLst/>
              <a:gdLst/>
              <a:ahLst/>
              <a:cxnLst/>
              <a:rect l="l" t="t" r="r" b="b"/>
              <a:pathLst>
                <a:path w="60879" h="34562" extrusionOk="0">
                  <a:moveTo>
                    <a:pt x="40004" y="1"/>
                  </a:moveTo>
                  <a:cubicBezTo>
                    <a:pt x="36777" y="505"/>
                    <a:pt x="33500" y="706"/>
                    <a:pt x="30374" y="1513"/>
                  </a:cubicBezTo>
                  <a:cubicBezTo>
                    <a:pt x="17113" y="4841"/>
                    <a:pt x="7684" y="12757"/>
                    <a:pt x="2037" y="25211"/>
                  </a:cubicBezTo>
                  <a:cubicBezTo>
                    <a:pt x="0" y="29770"/>
                    <a:pt x="3141" y="34562"/>
                    <a:pt x="7916" y="34562"/>
                  </a:cubicBezTo>
                  <a:cubicBezTo>
                    <a:pt x="8105" y="34562"/>
                    <a:pt x="8297" y="34554"/>
                    <a:pt x="8491" y="34539"/>
                  </a:cubicBezTo>
                  <a:cubicBezTo>
                    <a:pt x="11769" y="34236"/>
                    <a:pt x="13332" y="31967"/>
                    <a:pt x="14643" y="29295"/>
                  </a:cubicBezTo>
                  <a:cubicBezTo>
                    <a:pt x="18727" y="20976"/>
                    <a:pt x="25433" y="15934"/>
                    <a:pt x="34458" y="13967"/>
                  </a:cubicBezTo>
                  <a:cubicBezTo>
                    <a:pt x="36260" y="13572"/>
                    <a:pt x="38043" y="13390"/>
                    <a:pt x="39809" y="13390"/>
                  </a:cubicBezTo>
                  <a:cubicBezTo>
                    <a:pt x="43674" y="13390"/>
                    <a:pt x="47460" y="14262"/>
                    <a:pt x="51198" y="15681"/>
                  </a:cubicBezTo>
                  <a:cubicBezTo>
                    <a:pt x="51994" y="15977"/>
                    <a:pt x="52796" y="16116"/>
                    <a:pt x="53574" y="16116"/>
                  </a:cubicBezTo>
                  <a:cubicBezTo>
                    <a:pt x="56245" y="16116"/>
                    <a:pt x="58642" y="14477"/>
                    <a:pt x="59618" y="11900"/>
                  </a:cubicBezTo>
                  <a:cubicBezTo>
                    <a:pt x="60879" y="8471"/>
                    <a:pt x="59164" y="4841"/>
                    <a:pt x="55635" y="3379"/>
                  </a:cubicBezTo>
                  <a:cubicBezTo>
                    <a:pt x="50643" y="1362"/>
                    <a:pt x="45450" y="303"/>
                    <a:pt x="40004" y="1"/>
                  </a:cubicBezTo>
                  <a:close/>
                </a:path>
              </a:pathLst>
            </a:custGeom>
            <a:solidFill>
              <a:srgbClr val="393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4410075" y="2838450"/>
            <a:ext cx="4422300" cy="13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6976438" y="3846088"/>
            <a:ext cx="3540733" cy="2027887"/>
          </a:xfrm>
          <a:custGeom>
            <a:avLst/>
            <a:gdLst/>
            <a:ahLst/>
            <a:cxnLst/>
            <a:rect l="l" t="t" r="r" b="b"/>
            <a:pathLst>
              <a:path w="60559" h="34684" extrusionOk="0">
                <a:moveTo>
                  <a:pt x="55878" y="3961"/>
                </a:moveTo>
                <a:cubicBezTo>
                  <a:pt x="55110" y="3553"/>
                  <a:pt x="54390" y="3049"/>
                  <a:pt x="53694" y="2497"/>
                </a:cubicBezTo>
                <a:cubicBezTo>
                  <a:pt x="51077" y="504"/>
                  <a:pt x="47405" y="0"/>
                  <a:pt x="44045" y="288"/>
                </a:cubicBezTo>
                <a:cubicBezTo>
                  <a:pt x="36580" y="960"/>
                  <a:pt x="29235" y="5305"/>
                  <a:pt x="26211" y="12145"/>
                </a:cubicBezTo>
                <a:cubicBezTo>
                  <a:pt x="25443" y="13922"/>
                  <a:pt x="24915" y="15866"/>
                  <a:pt x="23547" y="17210"/>
                </a:cubicBezTo>
                <a:cubicBezTo>
                  <a:pt x="21002" y="19706"/>
                  <a:pt x="16850" y="19082"/>
                  <a:pt x="13394" y="18194"/>
                </a:cubicBezTo>
                <a:cubicBezTo>
                  <a:pt x="9961" y="17282"/>
                  <a:pt x="5953" y="16370"/>
                  <a:pt x="3120" y="18506"/>
                </a:cubicBezTo>
                <a:cubicBezTo>
                  <a:pt x="0" y="20858"/>
                  <a:pt x="120" y="25731"/>
                  <a:pt x="1848" y="29235"/>
                </a:cubicBezTo>
                <a:cubicBezTo>
                  <a:pt x="3000" y="31611"/>
                  <a:pt x="4993" y="33844"/>
                  <a:pt x="7609" y="34276"/>
                </a:cubicBezTo>
                <a:cubicBezTo>
                  <a:pt x="10105" y="34684"/>
                  <a:pt x="12553" y="33388"/>
                  <a:pt x="14594" y="31899"/>
                </a:cubicBezTo>
                <a:cubicBezTo>
                  <a:pt x="16634" y="30387"/>
                  <a:pt x="18578" y="28611"/>
                  <a:pt x="20978" y="27843"/>
                </a:cubicBezTo>
                <a:cubicBezTo>
                  <a:pt x="24291" y="26763"/>
                  <a:pt x="27867" y="27747"/>
                  <a:pt x="31323" y="27987"/>
                </a:cubicBezTo>
                <a:cubicBezTo>
                  <a:pt x="34804" y="28227"/>
                  <a:pt x="38932" y="27291"/>
                  <a:pt x="40276" y="24075"/>
                </a:cubicBezTo>
                <a:cubicBezTo>
                  <a:pt x="41260" y="21722"/>
                  <a:pt x="40372" y="18914"/>
                  <a:pt x="41236" y="16490"/>
                </a:cubicBezTo>
                <a:cubicBezTo>
                  <a:pt x="41909" y="14666"/>
                  <a:pt x="43637" y="13274"/>
                  <a:pt x="45557" y="13010"/>
                </a:cubicBezTo>
                <a:cubicBezTo>
                  <a:pt x="47621" y="12722"/>
                  <a:pt x="49661" y="13658"/>
                  <a:pt x="51630" y="14378"/>
                </a:cubicBezTo>
                <a:cubicBezTo>
                  <a:pt x="53574" y="15122"/>
                  <a:pt x="55878" y="15650"/>
                  <a:pt x="57702" y="14642"/>
                </a:cubicBezTo>
                <a:cubicBezTo>
                  <a:pt x="60030" y="13370"/>
                  <a:pt x="60558" y="10009"/>
                  <a:pt x="59406" y="7633"/>
                </a:cubicBezTo>
                <a:cubicBezTo>
                  <a:pt x="58542" y="5857"/>
                  <a:pt x="57006" y="4537"/>
                  <a:pt x="55878" y="3961"/>
                </a:cubicBezTo>
              </a:path>
            </a:pathLst>
          </a:custGeom>
          <a:gradFill>
            <a:gsLst>
              <a:gs pos="0">
                <a:srgbClr val="FE4CC2"/>
              </a:gs>
              <a:gs pos="100000">
                <a:srgbClr val="FE86A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RT slide">
  <p:cSld name="MAIN_POIN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384413" y="2124430"/>
            <a:ext cx="1409700" cy="3018900"/>
          </a:xfrm>
          <a:prstGeom prst="rect">
            <a:avLst/>
          </a:prstGeom>
          <a:solidFill>
            <a:srgbClr val="393D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ldNum" idx="12"/>
          </p:nvPr>
        </p:nvSpPr>
        <p:spPr>
          <a:xfrm>
            <a:off x="7705857" y="4704791"/>
            <a:ext cx="501300" cy="35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740379" y="1886092"/>
            <a:ext cx="697800" cy="697800"/>
          </a:xfrm>
          <a:prstGeom prst="roundRect">
            <a:avLst>
              <a:gd name="adj" fmla="val 7938"/>
            </a:avLst>
          </a:prstGeom>
          <a:solidFill>
            <a:srgbClr val="FE86A4"/>
          </a:solidFill>
          <a:ln w="38100" cap="flat" cmpd="sng">
            <a:solidFill>
              <a:srgbClr val="2D30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/>
          <p:nvPr/>
        </p:nvSpPr>
        <p:spPr>
          <a:xfrm>
            <a:off x="384413" y="5039094"/>
            <a:ext cx="1409700" cy="104400"/>
          </a:xfrm>
          <a:prstGeom prst="rect">
            <a:avLst/>
          </a:prstGeom>
          <a:solidFill>
            <a:srgbClr val="FE8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74569" y="2863104"/>
            <a:ext cx="12294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740379" y="1956426"/>
            <a:ext cx="697800" cy="5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2125780" y="2124430"/>
            <a:ext cx="1409700" cy="3018900"/>
          </a:xfrm>
          <a:prstGeom prst="rect">
            <a:avLst/>
          </a:prstGeom>
          <a:solidFill>
            <a:srgbClr val="393D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2481747" y="1886092"/>
            <a:ext cx="697800" cy="697800"/>
          </a:xfrm>
          <a:prstGeom prst="roundRect">
            <a:avLst>
              <a:gd name="adj" fmla="val 7938"/>
            </a:avLst>
          </a:prstGeom>
          <a:solidFill>
            <a:srgbClr val="38ACEC"/>
          </a:solidFill>
          <a:ln w="38100" cap="flat" cmpd="sng">
            <a:solidFill>
              <a:srgbClr val="2D30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2125780" y="5039094"/>
            <a:ext cx="1409700" cy="104400"/>
          </a:xfrm>
          <a:prstGeom prst="rect">
            <a:avLst/>
          </a:prstGeom>
          <a:solidFill>
            <a:srgbClr val="38A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body" idx="2"/>
          </p:nvPr>
        </p:nvSpPr>
        <p:spPr>
          <a:xfrm>
            <a:off x="2215936" y="2863104"/>
            <a:ext cx="12294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title" idx="3"/>
          </p:nvPr>
        </p:nvSpPr>
        <p:spPr>
          <a:xfrm>
            <a:off x="2481747" y="1956426"/>
            <a:ext cx="697800" cy="5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3867148" y="2124430"/>
            <a:ext cx="1409700" cy="3018900"/>
          </a:xfrm>
          <a:prstGeom prst="rect">
            <a:avLst/>
          </a:prstGeom>
          <a:solidFill>
            <a:srgbClr val="393D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4223115" y="1886092"/>
            <a:ext cx="697800" cy="697800"/>
          </a:xfrm>
          <a:prstGeom prst="roundRect">
            <a:avLst>
              <a:gd name="adj" fmla="val 7938"/>
            </a:avLst>
          </a:prstGeom>
          <a:solidFill>
            <a:srgbClr val="8F68FE"/>
          </a:solidFill>
          <a:ln w="38100" cap="flat" cmpd="sng">
            <a:solidFill>
              <a:srgbClr val="2D30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3867148" y="5039094"/>
            <a:ext cx="1409700" cy="104400"/>
          </a:xfrm>
          <a:prstGeom prst="rect">
            <a:avLst/>
          </a:prstGeom>
          <a:solidFill>
            <a:srgbClr val="8F68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4"/>
          </p:nvPr>
        </p:nvSpPr>
        <p:spPr>
          <a:xfrm>
            <a:off x="3957304" y="2863104"/>
            <a:ext cx="12294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title" idx="5"/>
          </p:nvPr>
        </p:nvSpPr>
        <p:spPr>
          <a:xfrm>
            <a:off x="4223115" y="1956426"/>
            <a:ext cx="697800" cy="5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5608515" y="2124430"/>
            <a:ext cx="1409700" cy="3018900"/>
          </a:xfrm>
          <a:prstGeom prst="rect">
            <a:avLst/>
          </a:prstGeom>
          <a:solidFill>
            <a:srgbClr val="393D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5964482" y="1886092"/>
            <a:ext cx="697800" cy="697800"/>
          </a:xfrm>
          <a:prstGeom prst="roundRect">
            <a:avLst>
              <a:gd name="adj" fmla="val 7938"/>
            </a:avLst>
          </a:prstGeom>
          <a:solidFill>
            <a:srgbClr val="FE934D"/>
          </a:solidFill>
          <a:ln w="38100" cap="flat" cmpd="sng">
            <a:solidFill>
              <a:srgbClr val="2D30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5608515" y="5039094"/>
            <a:ext cx="1409700" cy="104400"/>
          </a:xfrm>
          <a:prstGeom prst="rect">
            <a:avLst/>
          </a:prstGeom>
          <a:solidFill>
            <a:srgbClr val="FE93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6"/>
          </p:nvPr>
        </p:nvSpPr>
        <p:spPr>
          <a:xfrm>
            <a:off x="5698672" y="2863104"/>
            <a:ext cx="12294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title" idx="7"/>
          </p:nvPr>
        </p:nvSpPr>
        <p:spPr>
          <a:xfrm>
            <a:off x="5964482" y="1956426"/>
            <a:ext cx="697800" cy="5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7349894" y="2124430"/>
            <a:ext cx="1409700" cy="3018900"/>
          </a:xfrm>
          <a:prstGeom prst="rect">
            <a:avLst/>
          </a:prstGeom>
          <a:solidFill>
            <a:srgbClr val="393D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7705861" y="1886092"/>
            <a:ext cx="697800" cy="697800"/>
          </a:xfrm>
          <a:prstGeom prst="roundRect">
            <a:avLst>
              <a:gd name="adj" fmla="val 7938"/>
            </a:avLst>
          </a:prstGeom>
          <a:solidFill>
            <a:srgbClr val="19C64A"/>
          </a:solidFill>
          <a:ln w="38100" cap="flat" cmpd="sng">
            <a:solidFill>
              <a:srgbClr val="2D30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7349894" y="5039094"/>
            <a:ext cx="1409700" cy="104400"/>
          </a:xfrm>
          <a:prstGeom prst="rect">
            <a:avLst/>
          </a:prstGeom>
          <a:solidFill>
            <a:srgbClr val="19C6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body" idx="8"/>
          </p:nvPr>
        </p:nvSpPr>
        <p:spPr>
          <a:xfrm>
            <a:off x="7440051" y="2863104"/>
            <a:ext cx="12294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title" idx="9"/>
          </p:nvPr>
        </p:nvSpPr>
        <p:spPr>
          <a:xfrm>
            <a:off x="7705861" y="1956426"/>
            <a:ext cx="697800" cy="5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 idx="13"/>
          </p:nvPr>
        </p:nvSpPr>
        <p:spPr>
          <a:xfrm>
            <a:off x="360000" y="464725"/>
            <a:ext cx="847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 slide">
  <p:cSld name="CAPTION_ONLY">
    <p:bg>
      <p:bgPr>
        <a:gradFill>
          <a:gsLst>
            <a:gs pos="0">
              <a:srgbClr val="FE4CC2"/>
            </a:gs>
            <a:gs pos="100000">
              <a:srgbClr val="FE86A4"/>
            </a:gs>
          </a:gsLst>
          <a:lin ang="5400012" scaled="0"/>
        </a:gra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98700" y="1381125"/>
            <a:ext cx="8346600" cy="2676600"/>
          </a:xfrm>
          <a:prstGeom prst="roundRect">
            <a:avLst>
              <a:gd name="adj" fmla="val 10320"/>
            </a:avLst>
          </a:prstGeom>
          <a:solidFill>
            <a:srgbClr val="2D30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1"/>
          </p:nvPr>
        </p:nvSpPr>
        <p:spPr>
          <a:xfrm>
            <a:off x="646500" y="1907725"/>
            <a:ext cx="7783200" cy="16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4" name="Google Shape;144;p21"/>
          <p:cNvSpPr txBox="1"/>
          <p:nvPr/>
        </p:nvSpPr>
        <p:spPr>
          <a:xfrm>
            <a:off x="398700" y="771525"/>
            <a:ext cx="762000" cy="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0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“</a:t>
            </a:r>
            <a:endParaRPr sz="14000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8027625" y="3309900"/>
            <a:ext cx="762000" cy="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0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”</a:t>
            </a:r>
            <a:endParaRPr sz="14000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you slide" type="blank">
  <p:cSld name="BLANK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1476375" y="2182200"/>
            <a:ext cx="6162600" cy="7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0" name="Google Shape;170;p23"/>
          <p:cNvSpPr/>
          <p:nvPr/>
        </p:nvSpPr>
        <p:spPr>
          <a:xfrm rot="-5400000">
            <a:off x="7454315" y="3170366"/>
            <a:ext cx="2148706" cy="3085249"/>
          </a:xfrm>
          <a:custGeom>
            <a:avLst/>
            <a:gdLst/>
            <a:ahLst/>
            <a:cxnLst/>
            <a:rect l="l" t="t" r="r" b="b"/>
            <a:pathLst>
              <a:path w="34637" h="49734" extrusionOk="0">
                <a:moveTo>
                  <a:pt x="4441" y="1753"/>
                </a:moveTo>
                <a:cubicBezTo>
                  <a:pt x="697" y="4825"/>
                  <a:pt x="25" y="12434"/>
                  <a:pt x="1" y="19106"/>
                </a:cubicBezTo>
                <a:cubicBezTo>
                  <a:pt x="1" y="24459"/>
                  <a:pt x="529" y="29859"/>
                  <a:pt x="2425" y="34852"/>
                </a:cubicBezTo>
                <a:cubicBezTo>
                  <a:pt x="4321" y="39820"/>
                  <a:pt x="7729" y="44381"/>
                  <a:pt x="12410" y="46925"/>
                </a:cubicBezTo>
                <a:cubicBezTo>
                  <a:pt x="17114" y="49469"/>
                  <a:pt x="23163" y="49733"/>
                  <a:pt x="27700" y="46901"/>
                </a:cubicBezTo>
                <a:cubicBezTo>
                  <a:pt x="32212" y="44069"/>
                  <a:pt x="34636" y="37948"/>
                  <a:pt x="32596" y="33004"/>
                </a:cubicBezTo>
                <a:cubicBezTo>
                  <a:pt x="31204" y="29643"/>
                  <a:pt x="28180" y="27315"/>
                  <a:pt x="25947" y="24459"/>
                </a:cubicBezTo>
                <a:cubicBezTo>
                  <a:pt x="22179" y="19610"/>
                  <a:pt x="20739" y="13394"/>
                  <a:pt x="19299" y="7417"/>
                </a:cubicBezTo>
                <a:cubicBezTo>
                  <a:pt x="19011" y="6217"/>
                  <a:pt x="18699" y="4993"/>
                  <a:pt x="18050" y="3937"/>
                </a:cubicBezTo>
                <a:cubicBezTo>
                  <a:pt x="16610" y="1585"/>
                  <a:pt x="13754" y="504"/>
                  <a:pt x="10994" y="216"/>
                </a:cubicBezTo>
                <a:cubicBezTo>
                  <a:pt x="8930" y="0"/>
                  <a:pt x="5353" y="1009"/>
                  <a:pt x="4441" y="1753"/>
                </a:cubicBezTo>
              </a:path>
            </a:pathLst>
          </a:custGeom>
          <a:gradFill>
            <a:gsLst>
              <a:gs pos="0">
                <a:srgbClr val="FE4CC2"/>
              </a:gs>
              <a:gs pos="100000">
                <a:srgbClr val="FE86A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3"/>
          <p:cNvSpPr/>
          <p:nvPr/>
        </p:nvSpPr>
        <p:spPr>
          <a:xfrm rot="-3600022">
            <a:off x="508548" y="1373660"/>
            <a:ext cx="1500640" cy="1028953"/>
          </a:xfrm>
          <a:custGeom>
            <a:avLst/>
            <a:gdLst/>
            <a:ahLst/>
            <a:cxnLst/>
            <a:rect l="l" t="t" r="r" b="b"/>
            <a:pathLst>
              <a:path w="29476" h="20211" extrusionOk="0">
                <a:moveTo>
                  <a:pt x="697" y="8545"/>
                </a:moveTo>
                <a:cubicBezTo>
                  <a:pt x="2569" y="3816"/>
                  <a:pt x="7586" y="840"/>
                  <a:pt x="12626" y="312"/>
                </a:cubicBezTo>
                <a:cubicBezTo>
                  <a:pt x="15578" y="0"/>
                  <a:pt x="18603" y="408"/>
                  <a:pt x="21363" y="1488"/>
                </a:cubicBezTo>
                <a:cubicBezTo>
                  <a:pt x="23811" y="2448"/>
                  <a:pt x="26115" y="3960"/>
                  <a:pt x="27556" y="6169"/>
                </a:cubicBezTo>
                <a:cubicBezTo>
                  <a:pt x="28996" y="8353"/>
                  <a:pt x="29476" y="11281"/>
                  <a:pt x="28420" y="13681"/>
                </a:cubicBezTo>
                <a:cubicBezTo>
                  <a:pt x="27052" y="16706"/>
                  <a:pt x="23691" y="18266"/>
                  <a:pt x="20547" y="19322"/>
                </a:cubicBezTo>
                <a:cubicBezTo>
                  <a:pt x="19155" y="19802"/>
                  <a:pt x="17523" y="20210"/>
                  <a:pt x="16298" y="19418"/>
                </a:cubicBezTo>
                <a:cubicBezTo>
                  <a:pt x="15218" y="18746"/>
                  <a:pt x="14810" y="17354"/>
                  <a:pt x="14018" y="16346"/>
                </a:cubicBezTo>
                <a:cubicBezTo>
                  <a:pt x="12650" y="14593"/>
                  <a:pt x="10274" y="14089"/>
                  <a:pt x="8114" y="13681"/>
                </a:cubicBezTo>
                <a:cubicBezTo>
                  <a:pt x="6385" y="13369"/>
                  <a:pt x="4657" y="13057"/>
                  <a:pt x="2929" y="12721"/>
                </a:cubicBezTo>
                <a:cubicBezTo>
                  <a:pt x="2425" y="12625"/>
                  <a:pt x="1873" y="12529"/>
                  <a:pt x="1441" y="12241"/>
                </a:cubicBezTo>
                <a:cubicBezTo>
                  <a:pt x="1" y="11257"/>
                  <a:pt x="481" y="9025"/>
                  <a:pt x="673" y="8545"/>
                </a:cubicBezTo>
              </a:path>
            </a:pathLst>
          </a:custGeom>
          <a:solidFill>
            <a:srgbClr val="3135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2626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28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28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28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28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28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28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28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28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28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Light"/>
              <a:buChar char="●"/>
              <a:defRPr sz="1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○"/>
              <a:defRPr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■"/>
              <a:defRPr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  <a:defRPr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○"/>
              <a:defRPr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■"/>
              <a:defRPr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  <a:defRPr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○"/>
              <a:defRPr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■"/>
              <a:defRPr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5" r:id="rId6"/>
    <p:sldLayoutId id="2147483666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227">
          <p15:clr>
            <a:srgbClr val="E46962"/>
          </p15:clr>
        </p15:guide>
        <p15:guide id="4" pos="5564">
          <p15:clr>
            <a:srgbClr val="E46962"/>
          </p15:clr>
        </p15:guide>
        <p15:guide id="5" orient="horz" pos="227">
          <p15:clr>
            <a:srgbClr val="E46962"/>
          </p15:clr>
        </p15:guide>
        <p15:guide id="6" orient="horz" pos="30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>
            <a:spLocks noGrp="1"/>
          </p:cNvSpPr>
          <p:nvPr>
            <p:ph type="ctrTitle"/>
          </p:nvPr>
        </p:nvSpPr>
        <p:spPr>
          <a:xfrm>
            <a:off x="311708" y="13268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FYT</a:t>
            </a:r>
            <a:endParaRPr dirty="0"/>
          </a:p>
        </p:txBody>
      </p:sp>
      <p:sp>
        <p:nvSpPr>
          <p:cNvPr id="205" name="Google Shape;205;p27"/>
          <p:cNvSpPr/>
          <p:nvPr/>
        </p:nvSpPr>
        <p:spPr>
          <a:xfrm>
            <a:off x="412449" y="3202575"/>
            <a:ext cx="6214593" cy="404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E4CC2"/>
              </a:gs>
              <a:gs pos="100000">
                <a:srgbClr val="FE86A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505448" y="3212850"/>
            <a:ext cx="6028593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Andrea Negri, Samuele Ambrosetti, Christian Arzani, Andrea Suma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Immagine 2" descr="Immagine che contiene Elementi grafici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6558EF46-4F8A-CDBB-4272-FDB888DFA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11" y="0"/>
            <a:ext cx="1143589" cy="978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>
            <a:spLocks noGrp="1"/>
          </p:cNvSpPr>
          <p:nvPr>
            <p:ph type="title"/>
          </p:nvPr>
        </p:nvSpPr>
        <p:spPr>
          <a:xfrm>
            <a:off x="335850" y="136604"/>
            <a:ext cx="847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 err="1"/>
              <a:t>Indice</a:t>
            </a:r>
            <a:endParaRPr sz="3000" dirty="0"/>
          </a:p>
        </p:txBody>
      </p:sp>
      <p:sp>
        <p:nvSpPr>
          <p:cNvPr id="212" name="Google Shape;212;p28"/>
          <p:cNvSpPr txBox="1">
            <a:spLocks noGrp="1"/>
          </p:cNvSpPr>
          <p:nvPr>
            <p:ph type="body" idx="1"/>
          </p:nvPr>
        </p:nvSpPr>
        <p:spPr>
          <a:xfrm>
            <a:off x="409100" y="3086050"/>
            <a:ext cx="13410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800" dirty="0" err="1"/>
              <a:t>Introduzione</a:t>
            </a:r>
            <a:endParaRPr sz="800" dirty="0"/>
          </a:p>
        </p:txBody>
      </p:sp>
      <p:sp>
        <p:nvSpPr>
          <p:cNvPr id="213" name="Google Shape;213;p28"/>
          <p:cNvSpPr txBox="1">
            <a:spLocks noGrp="1"/>
          </p:cNvSpPr>
          <p:nvPr>
            <p:ph type="body" idx="2"/>
          </p:nvPr>
        </p:nvSpPr>
        <p:spPr>
          <a:xfrm>
            <a:off x="2015750" y="3086050"/>
            <a:ext cx="13410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800" dirty="0"/>
              <a:t>Use Case</a:t>
            </a:r>
            <a:endParaRPr sz="800" dirty="0"/>
          </a:p>
        </p:txBody>
      </p:sp>
      <p:sp>
        <p:nvSpPr>
          <p:cNvPr id="214" name="Google Shape;214;p28"/>
          <p:cNvSpPr txBox="1">
            <a:spLocks noGrp="1"/>
          </p:cNvSpPr>
          <p:nvPr>
            <p:ph type="body" idx="3"/>
          </p:nvPr>
        </p:nvSpPr>
        <p:spPr>
          <a:xfrm>
            <a:off x="3779300" y="3086050"/>
            <a:ext cx="13410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800" dirty="0" err="1"/>
              <a:t>Funzionalità</a:t>
            </a:r>
            <a:endParaRPr sz="800" dirty="0"/>
          </a:p>
        </p:txBody>
      </p:sp>
      <p:sp>
        <p:nvSpPr>
          <p:cNvPr id="215" name="Google Shape;215;p28"/>
          <p:cNvSpPr txBox="1">
            <a:spLocks noGrp="1"/>
          </p:cNvSpPr>
          <p:nvPr>
            <p:ph type="body" idx="4"/>
          </p:nvPr>
        </p:nvSpPr>
        <p:spPr>
          <a:xfrm>
            <a:off x="5542850" y="3086050"/>
            <a:ext cx="13410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800" dirty="0" err="1"/>
              <a:t>Difficoltà</a:t>
            </a:r>
            <a:r>
              <a:rPr lang="en-GB" sz="800" dirty="0"/>
              <a:t> e </a:t>
            </a:r>
            <a:r>
              <a:rPr lang="en-GB" sz="800" dirty="0" err="1"/>
              <a:t>soluzioni</a:t>
            </a:r>
            <a:endParaRPr sz="800" dirty="0"/>
          </a:p>
        </p:txBody>
      </p:sp>
      <p:sp>
        <p:nvSpPr>
          <p:cNvPr id="216" name="Google Shape;216;p28"/>
          <p:cNvSpPr txBox="1">
            <a:spLocks noGrp="1"/>
          </p:cNvSpPr>
          <p:nvPr>
            <p:ph type="body" idx="5"/>
          </p:nvPr>
        </p:nvSpPr>
        <p:spPr>
          <a:xfrm>
            <a:off x="7306400" y="3086050"/>
            <a:ext cx="13410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800" dirty="0" err="1"/>
              <a:t>Conclusioni</a:t>
            </a:r>
            <a:endParaRPr sz="800" dirty="0"/>
          </a:p>
        </p:txBody>
      </p:sp>
      <p:sp>
        <p:nvSpPr>
          <p:cNvPr id="217" name="Google Shape;217;p28"/>
          <p:cNvSpPr/>
          <p:nvPr/>
        </p:nvSpPr>
        <p:spPr>
          <a:xfrm rot="3220593">
            <a:off x="-896394" y="8070"/>
            <a:ext cx="2004318" cy="1374257"/>
          </a:xfrm>
          <a:custGeom>
            <a:avLst/>
            <a:gdLst/>
            <a:ahLst/>
            <a:cxnLst/>
            <a:rect l="l" t="t" r="r" b="b"/>
            <a:pathLst>
              <a:path w="43445" h="29788" extrusionOk="0">
                <a:moveTo>
                  <a:pt x="18146" y="3553"/>
                </a:moveTo>
                <a:cubicBezTo>
                  <a:pt x="17930" y="3361"/>
                  <a:pt x="17522" y="3193"/>
                  <a:pt x="16970" y="3025"/>
                </a:cubicBezTo>
                <a:cubicBezTo>
                  <a:pt x="14330" y="2233"/>
                  <a:pt x="11497" y="2689"/>
                  <a:pt x="9145" y="4129"/>
                </a:cubicBezTo>
                <a:cubicBezTo>
                  <a:pt x="7057" y="5401"/>
                  <a:pt x="4681" y="7201"/>
                  <a:pt x="2856" y="10177"/>
                </a:cubicBezTo>
                <a:cubicBezTo>
                  <a:pt x="288" y="14426"/>
                  <a:pt x="0" y="19970"/>
                  <a:pt x="2112" y="24459"/>
                </a:cubicBezTo>
                <a:cubicBezTo>
                  <a:pt x="3408" y="27219"/>
                  <a:pt x="6313" y="29787"/>
                  <a:pt x="9217" y="28851"/>
                </a:cubicBezTo>
                <a:cubicBezTo>
                  <a:pt x="11401" y="28155"/>
                  <a:pt x="12529" y="25827"/>
                  <a:pt x="13657" y="23835"/>
                </a:cubicBezTo>
                <a:cubicBezTo>
                  <a:pt x="14762" y="21819"/>
                  <a:pt x="16586" y="19706"/>
                  <a:pt x="18866" y="19994"/>
                </a:cubicBezTo>
                <a:cubicBezTo>
                  <a:pt x="21482" y="20330"/>
                  <a:pt x="22562" y="23427"/>
                  <a:pt x="24195" y="25491"/>
                </a:cubicBezTo>
                <a:cubicBezTo>
                  <a:pt x="26595" y="28515"/>
                  <a:pt x="30987" y="29595"/>
                  <a:pt x="34660" y="28419"/>
                </a:cubicBezTo>
                <a:cubicBezTo>
                  <a:pt x="38332" y="27243"/>
                  <a:pt x="41164" y="24003"/>
                  <a:pt x="42292" y="20330"/>
                </a:cubicBezTo>
                <a:cubicBezTo>
                  <a:pt x="43445" y="16634"/>
                  <a:pt x="42965" y="12554"/>
                  <a:pt x="41428" y="9025"/>
                </a:cubicBezTo>
                <a:cubicBezTo>
                  <a:pt x="40084" y="5929"/>
                  <a:pt x="37828" y="3073"/>
                  <a:pt x="34756" y="1657"/>
                </a:cubicBezTo>
                <a:cubicBezTo>
                  <a:pt x="31155" y="0"/>
                  <a:pt x="26379" y="625"/>
                  <a:pt x="24099" y="4105"/>
                </a:cubicBezTo>
                <a:cubicBezTo>
                  <a:pt x="23403" y="5185"/>
                  <a:pt x="22202" y="5857"/>
                  <a:pt x="20930" y="5761"/>
                </a:cubicBezTo>
                <a:cubicBezTo>
                  <a:pt x="19394" y="5665"/>
                  <a:pt x="19154" y="4489"/>
                  <a:pt x="18146" y="3553"/>
                </a:cubicBezTo>
              </a:path>
            </a:pathLst>
          </a:custGeom>
          <a:gradFill>
            <a:gsLst>
              <a:gs pos="0">
                <a:srgbClr val="FE4CC2"/>
              </a:gs>
              <a:gs pos="100000">
                <a:srgbClr val="FE86A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Immagine 1" descr="Immagine che contiene Elementi grafici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F49D62DA-B4FE-390C-B1C6-325AAD002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11" y="0"/>
            <a:ext cx="1143589" cy="9784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578AFD90-BA76-398C-F860-5F09E643B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>
            <a:extLst>
              <a:ext uri="{FF2B5EF4-FFF2-40B4-BE49-F238E27FC236}">
                <a16:creationId xmlns:a16="http://schemas.microsoft.com/office/drawing/2014/main" id="{07514D71-8315-07A2-5C5D-79071C2892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850" y="136604"/>
            <a:ext cx="847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sz="3000" dirty="0"/>
              <a:t>1 </a:t>
            </a:r>
            <a:r>
              <a:rPr lang="en-GB" sz="3000" dirty="0" err="1"/>
              <a:t>Introduzione</a:t>
            </a:r>
            <a:endParaRPr sz="3000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B8E6AD5-2A5D-B74A-9CA3-81CD2715B304}"/>
              </a:ext>
            </a:extLst>
          </p:cNvPr>
          <p:cNvSpPr txBox="1"/>
          <p:nvPr/>
        </p:nvSpPr>
        <p:spPr>
          <a:xfrm>
            <a:off x="403821" y="1698835"/>
            <a:ext cx="8472300" cy="2472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CH" sz="2000" dirty="0" err="1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Idea</a:t>
            </a:r>
            <a:r>
              <a:rPr lang="fr-CH" sz="2000" dirty="0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 </a:t>
            </a:r>
            <a:r>
              <a:rPr lang="fr-CH" sz="2000" dirty="0" err="1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iniziale</a:t>
            </a:r>
            <a:endParaRPr lang="fr-CH" sz="2000" dirty="0">
              <a:solidFill>
                <a:schemeClr val="bg1"/>
              </a:solidFill>
              <a:latin typeface="Poppins Light"/>
              <a:cs typeface="Poppins Light"/>
              <a:sym typeface="Poppins Light"/>
            </a:endParaRPr>
          </a:p>
          <a:p>
            <a:pPr marL="171450" indent="-1714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CH" sz="2000" dirty="0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O</a:t>
            </a:r>
            <a:r>
              <a:rPr lang="en-150" sz="2000" dirty="0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b</a:t>
            </a:r>
            <a:r>
              <a:rPr lang="fr-CH" sz="2000" dirty="0" err="1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biettivo</a:t>
            </a:r>
            <a:endParaRPr lang="fr-CH" sz="2000" dirty="0">
              <a:solidFill>
                <a:schemeClr val="bg1"/>
              </a:solidFill>
              <a:latin typeface="Poppins Light"/>
              <a:cs typeface="Poppins Light"/>
              <a:sym typeface="Poppins Light"/>
            </a:endParaRPr>
          </a:p>
          <a:p>
            <a:pPr marL="171450" indent="-1714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CH" sz="2000" dirty="0" err="1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Destinatari</a:t>
            </a:r>
            <a:endParaRPr lang="fr-CH" sz="2000" dirty="0">
              <a:solidFill>
                <a:schemeClr val="bg1"/>
              </a:solidFill>
              <a:latin typeface="Poppins Light"/>
              <a:cs typeface="Poppins Light"/>
              <a:sym typeface="Poppins Light"/>
            </a:endParaRPr>
          </a:p>
          <a:p>
            <a:pPr marL="171450" indent="-1714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CH" sz="2000" dirty="0" err="1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Suddivisione</a:t>
            </a:r>
            <a:r>
              <a:rPr lang="fr-CH" sz="2000" dirty="0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 </a:t>
            </a:r>
            <a:r>
              <a:rPr lang="fr-CH" sz="2000" dirty="0" err="1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del</a:t>
            </a:r>
            <a:r>
              <a:rPr lang="fr-CH" sz="2000" dirty="0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 </a:t>
            </a:r>
            <a:r>
              <a:rPr lang="fr-CH" sz="2000" dirty="0" err="1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lavoro</a:t>
            </a:r>
            <a:endParaRPr lang="it-IT" sz="2000" dirty="0">
              <a:solidFill>
                <a:schemeClr val="bg1"/>
              </a:solidFill>
              <a:latin typeface="Poppins Light"/>
              <a:cs typeface="Poppins Light"/>
              <a:sym typeface="Poppins Light"/>
            </a:endParaRPr>
          </a:p>
        </p:txBody>
      </p:sp>
      <p:pic>
        <p:nvPicPr>
          <p:cNvPr id="23" name="Immagine 22" descr="Immagine che contiene Elementi grafici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2BED883A-4BA0-6C5D-F761-7148706AF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11" y="0"/>
            <a:ext cx="1143589" cy="97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26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Elementi grafici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8BEA3C69-3781-12EE-A11D-CD67BEE39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11" y="0"/>
            <a:ext cx="1143589" cy="978404"/>
          </a:xfrm>
          <a:prstGeom prst="rect">
            <a:avLst/>
          </a:prstGeom>
        </p:spPr>
      </p:pic>
      <p:sp>
        <p:nvSpPr>
          <p:cNvPr id="7" name="Google Shape;211;p28">
            <a:extLst>
              <a:ext uri="{FF2B5EF4-FFF2-40B4-BE49-F238E27FC236}">
                <a16:creationId xmlns:a16="http://schemas.microsoft.com/office/drawing/2014/main" id="{F721E66F-078B-A9A8-8AA1-FEE3D31FA54A}"/>
              </a:ext>
            </a:extLst>
          </p:cNvPr>
          <p:cNvSpPr txBox="1">
            <a:spLocks/>
          </p:cNvSpPr>
          <p:nvPr/>
        </p:nvSpPr>
        <p:spPr>
          <a:xfrm>
            <a:off x="360000" y="464725"/>
            <a:ext cx="847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GB" sz="3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4DFD7D8-547F-F419-42A7-AF5C50D46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912" y="978404"/>
            <a:ext cx="4754176" cy="3533730"/>
          </a:xfrm>
          <a:prstGeom prst="rect">
            <a:avLst/>
          </a:prstGeom>
          <a:noFill/>
          <a:effectLst>
            <a:outerShdw blurRad="63500" sx="102000" sy="102000" algn="ctr" rotWithShape="0">
              <a:schemeClr val="tx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86;p35">
            <a:extLst>
              <a:ext uri="{FF2B5EF4-FFF2-40B4-BE49-F238E27FC236}">
                <a16:creationId xmlns:a16="http://schemas.microsoft.com/office/drawing/2014/main" id="{446D5312-468E-8F86-5D94-3229F7D142C1}"/>
              </a:ext>
            </a:extLst>
          </p:cNvPr>
          <p:cNvSpPr/>
          <p:nvPr/>
        </p:nvSpPr>
        <p:spPr>
          <a:xfrm rot="18794205">
            <a:off x="7288800" y="3619328"/>
            <a:ext cx="2106612" cy="2048046"/>
          </a:xfrm>
          <a:custGeom>
            <a:avLst/>
            <a:gdLst/>
            <a:ahLst/>
            <a:cxnLst/>
            <a:rect l="l" t="t" r="r" b="b"/>
            <a:pathLst>
              <a:path w="37157" h="36124" extrusionOk="0">
                <a:moveTo>
                  <a:pt x="23115" y="1632"/>
                </a:moveTo>
                <a:cubicBezTo>
                  <a:pt x="18099" y="0"/>
                  <a:pt x="18531" y="9241"/>
                  <a:pt x="14954" y="9697"/>
                </a:cubicBezTo>
                <a:cubicBezTo>
                  <a:pt x="1" y="11617"/>
                  <a:pt x="11762" y="18098"/>
                  <a:pt x="13562" y="22466"/>
                </a:cubicBezTo>
                <a:cubicBezTo>
                  <a:pt x="15314" y="26739"/>
                  <a:pt x="8450" y="32451"/>
                  <a:pt x="16299" y="34828"/>
                </a:cubicBezTo>
                <a:cubicBezTo>
                  <a:pt x="20595" y="36124"/>
                  <a:pt x="24363" y="34660"/>
                  <a:pt x="28612" y="33148"/>
                </a:cubicBezTo>
                <a:cubicBezTo>
                  <a:pt x="32836" y="31635"/>
                  <a:pt x="36437" y="27891"/>
                  <a:pt x="36893" y="23427"/>
                </a:cubicBezTo>
                <a:cubicBezTo>
                  <a:pt x="37157" y="20666"/>
                  <a:pt x="35933" y="17522"/>
                  <a:pt x="33316" y="16538"/>
                </a:cubicBezTo>
                <a:cubicBezTo>
                  <a:pt x="32404" y="16202"/>
                  <a:pt x="31372" y="16130"/>
                  <a:pt x="30580" y="15554"/>
                </a:cubicBezTo>
                <a:cubicBezTo>
                  <a:pt x="29308" y="14594"/>
                  <a:pt x="29308" y="12697"/>
                  <a:pt x="29524" y="11137"/>
                </a:cubicBezTo>
                <a:cubicBezTo>
                  <a:pt x="29764" y="9553"/>
                  <a:pt x="29596" y="6385"/>
                  <a:pt x="28660" y="5089"/>
                </a:cubicBezTo>
                <a:cubicBezTo>
                  <a:pt x="26668" y="2328"/>
                  <a:pt x="24075" y="1944"/>
                  <a:pt x="23115" y="1632"/>
                </a:cubicBezTo>
              </a:path>
            </a:pathLst>
          </a:custGeom>
          <a:gradFill>
            <a:gsLst>
              <a:gs pos="0">
                <a:srgbClr val="FE4CC2"/>
              </a:gs>
              <a:gs pos="100000">
                <a:srgbClr val="FE86A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31;p30">
            <a:extLst>
              <a:ext uri="{FF2B5EF4-FFF2-40B4-BE49-F238E27FC236}">
                <a16:creationId xmlns:a16="http://schemas.microsoft.com/office/drawing/2014/main" id="{88134CBB-E861-8D8E-9809-B444A4CF9365}"/>
              </a:ext>
            </a:extLst>
          </p:cNvPr>
          <p:cNvSpPr txBox="1">
            <a:spLocks/>
          </p:cNvSpPr>
          <p:nvPr/>
        </p:nvSpPr>
        <p:spPr>
          <a:xfrm>
            <a:off x="335850" y="136604"/>
            <a:ext cx="847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3600"/>
              <a:tabLst>
                <a:tab pos="6819900" algn="l"/>
              </a:tabLst>
            </a:pPr>
            <a:r>
              <a:rPr lang="en-150" sz="3000" b="1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2 Use Case</a:t>
            </a:r>
            <a:endParaRPr lang="en-GB" sz="3000" b="1" dirty="0">
              <a:solidFill>
                <a:schemeClr val="lt1"/>
              </a:solidFill>
              <a:latin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magine 20" descr="Immagine che contiene logo, Elementi grafici, Blu elettrico, simbolo&#10;&#10;Il contenuto generato dall'IA potrebbe non essere corretto.">
            <a:extLst>
              <a:ext uri="{FF2B5EF4-FFF2-40B4-BE49-F238E27FC236}">
                <a16:creationId xmlns:a16="http://schemas.microsoft.com/office/drawing/2014/main" id="{39E363D5-F84F-8C1E-1683-5A3B72ACF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977" y="1646977"/>
            <a:ext cx="924774" cy="924774"/>
          </a:xfrm>
          <a:prstGeom prst="rect">
            <a:avLst/>
          </a:prstGeom>
        </p:spPr>
      </p:pic>
      <p:sp>
        <p:nvSpPr>
          <p:cNvPr id="231" name="Google Shape;231;p30"/>
          <p:cNvSpPr txBox="1">
            <a:spLocks noGrp="1"/>
          </p:cNvSpPr>
          <p:nvPr>
            <p:ph type="title"/>
          </p:nvPr>
        </p:nvSpPr>
        <p:spPr>
          <a:xfrm>
            <a:off x="347454" y="145250"/>
            <a:ext cx="847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tabLst>
                <a:tab pos="6819900" algn="l"/>
              </a:tabLst>
            </a:pPr>
            <a:r>
              <a:rPr lang="it-IT" sz="3000" dirty="0"/>
              <a:t>3 </a:t>
            </a:r>
            <a:r>
              <a:rPr lang="en-GB" sz="3000" dirty="0"/>
              <a:t>Fu</a:t>
            </a:r>
            <a:r>
              <a:rPr lang="it-IT" sz="3000" dirty="0" err="1"/>
              <a:t>nzionalità</a:t>
            </a:r>
            <a:r>
              <a:rPr lang="it-IT" sz="3000" dirty="0"/>
              <a:t> – Tecnologie</a:t>
            </a:r>
          </a:p>
        </p:txBody>
      </p:sp>
      <p:pic>
        <p:nvPicPr>
          <p:cNvPr id="2" name="Immagine 1" descr="Immagine che contiene Elementi grafici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A8482E81-C8D6-0513-F45D-76FD8F858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411" y="0"/>
            <a:ext cx="1143589" cy="978404"/>
          </a:xfrm>
          <a:prstGeom prst="rect">
            <a:avLst/>
          </a:prstGeom>
        </p:spPr>
      </p:pic>
      <p:pic>
        <p:nvPicPr>
          <p:cNvPr id="11" name="Immagine 10" descr="Immagine che contiene Elementi grafici, design, arte&#10;&#10;Il contenuto generato dall'IA potrebbe non essere corretto.">
            <a:extLst>
              <a:ext uri="{FF2B5EF4-FFF2-40B4-BE49-F238E27FC236}">
                <a16:creationId xmlns:a16="http://schemas.microsoft.com/office/drawing/2014/main" id="{90345028-9BFB-F696-237C-72489DD83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68" y="1517811"/>
            <a:ext cx="1809188" cy="120612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9CA75A3-FDEF-D830-C81C-792397759984}"/>
              </a:ext>
            </a:extLst>
          </p:cNvPr>
          <p:cNvSpPr txBox="1"/>
          <p:nvPr/>
        </p:nvSpPr>
        <p:spPr>
          <a:xfrm>
            <a:off x="399713" y="2679987"/>
            <a:ext cx="2427402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15000"/>
              </a:lnSpc>
              <a:spcAft>
                <a:spcPts val="120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fr-CH" sz="1200" dirty="0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Login e </a:t>
            </a:r>
            <a:r>
              <a:rPr lang="fr-CH" sz="1200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Sign</a:t>
            </a:r>
            <a:r>
              <a:rPr lang="fr-CH" sz="1200" dirty="0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 Up</a:t>
            </a:r>
          </a:p>
          <a:p>
            <a:pPr marL="171450" indent="-171450">
              <a:lnSpc>
                <a:spcPct val="115000"/>
              </a:lnSpc>
              <a:spcAft>
                <a:spcPts val="120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fr-CH" sz="1200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Gestione</a:t>
            </a:r>
            <a:r>
              <a:rPr lang="fr-CH" sz="1200" dirty="0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 </a:t>
            </a:r>
            <a:r>
              <a:rPr lang="fr-CH" sz="1200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utenti</a:t>
            </a:r>
            <a:r>
              <a:rPr lang="fr-CH" sz="1200" dirty="0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 </a:t>
            </a:r>
            <a:r>
              <a:rPr lang="fr-CH" sz="1200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registrati</a:t>
            </a:r>
            <a:endParaRPr lang="fr-CH" sz="1200" dirty="0">
              <a:solidFill>
                <a:schemeClr val="lt1"/>
              </a:solidFill>
              <a:latin typeface="Poppins Light"/>
              <a:cs typeface="Poppins Light"/>
              <a:sym typeface="Poppins Light"/>
            </a:endParaRPr>
          </a:p>
          <a:p>
            <a:pPr marL="171450" indent="-171450">
              <a:lnSpc>
                <a:spcPct val="115000"/>
              </a:lnSpc>
              <a:spcAft>
                <a:spcPts val="120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fr-CH" sz="1200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Gestione</a:t>
            </a:r>
            <a:r>
              <a:rPr lang="fr-CH" sz="1200" dirty="0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 </a:t>
            </a:r>
            <a:r>
              <a:rPr lang="fr-CH" sz="1200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prodotti</a:t>
            </a:r>
            <a:endParaRPr lang="fr-CH" sz="1200" dirty="0">
              <a:solidFill>
                <a:schemeClr val="lt1"/>
              </a:solidFill>
              <a:latin typeface="Poppins Light"/>
              <a:cs typeface="Poppins Light"/>
              <a:sym typeface="Poppins Light"/>
            </a:endParaRPr>
          </a:p>
          <a:p>
            <a:pPr marL="171450" indent="-171450">
              <a:lnSpc>
                <a:spcPct val="115000"/>
              </a:lnSpc>
              <a:spcAft>
                <a:spcPts val="120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fr-CH" sz="1200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Gestione</a:t>
            </a:r>
            <a:r>
              <a:rPr lang="fr-CH" sz="1200" dirty="0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 </a:t>
            </a:r>
            <a:r>
              <a:rPr lang="fr-CH" sz="1200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account</a:t>
            </a:r>
            <a:r>
              <a:rPr lang="fr-CH" sz="1200" dirty="0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 </a:t>
            </a:r>
            <a:r>
              <a:rPr lang="fr-CH" sz="1200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utente</a:t>
            </a:r>
            <a:endParaRPr lang="fr-CH" sz="1200" dirty="0">
              <a:solidFill>
                <a:schemeClr val="lt1"/>
              </a:solidFill>
              <a:latin typeface="Poppins Light"/>
              <a:cs typeface="Poppins Light"/>
              <a:sym typeface="Poppins Light"/>
            </a:endParaRPr>
          </a:p>
          <a:p>
            <a:pPr marL="171450" indent="-171450">
              <a:lnSpc>
                <a:spcPct val="115000"/>
              </a:lnSpc>
              <a:spcAft>
                <a:spcPts val="120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fr-CH" sz="1200" dirty="0" err="1">
                <a:solidFill>
                  <a:schemeClr val="lt1"/>
                </a:solidFill>
                <a:latin typeface="Poppins Light"/>
                <a:cs typeface="Poppins Light"/>
              </a:rPr>
              <a:t>Paginazione</a:t>
            </a:r>
            <a:r>
              <a:rPr lang="fr-CH" sz="1200" dirty="0">
                <a:solidFill>
                  <a:schemeClr val="lt1"/>
                </a:solidFill>
                <a:latin typeface="Poppins Light"/>
                <a:cs typeface="Poppins Light"/>
              </a:rPr>
              <a:t> </a:t>
            </a:r>
            <a:endParaRPr lang="fr-CH" sz="1200" dirty="0">
              <a:solidFill>
                <a:schemeClr val="lt1"/>
              </a:solidFill>
              <a:latin typeface="Poppins Light"/>
              <a:cs typeface="Poppins Light"/>
              <a:sym typeface="Poppins Light"/>
            </a:endParaRPr>
          </a:p>
          <a:p>
            <a:endParaRPr lang="fr-CH" dirty="0"/>
          </a:p>
          <a:p>
            <a:endParaRPr lang="it-IT" dirty="0"/>
          </a:p>
        </p:txBody>
      </p:sp>
      <p:pic>
        <p:nvPicPr>
          <p:cNvPr id="13" name="Immagine 12" descr="Immagine che contiene giallo, Rettangol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F7E1ED67-59D4-19D7-5BFF-981DBD5C43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5310" y="1473200"/>
            <a:ext cx="1437569" cy="1437569"/>
          </a:xfrm>
          <a:prstGeom prst="rect">
            <a:avLst/>
          </a:prstGeom>
        </p:spPr>
      </p:pic>
      <p:pic>
        <p:nvPicPr>
          <p:cNvPr id="17" name="Immagine 16" descr="Immagine che contiene Elementi grafici, grafica, simbolo, Carattere&#10;&#10;Il contenuto generato dall'IA potrebbe non essere corretto.">
            <a:extLst>
              <a:ext uri="{FF2B5EF4-FFF2-40B4-BE49-F238E27FC236}">
                <a16:creationId xmlns:a16="http://schemas.microsoft.com/office/drawing/2014/main" id="{A3A8239D-6601-47E0-DDFD-623F52DCE0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1251" y="2470388"/>
            <a:ext cx="1002201" cy="798629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BF1F579-B60C-DFE1-AFB6-A342FAED1467}"/>
              </a:ext>
            </a:extLst>
          </p:cNvPr>
          <p:cNvSpPr txBox="1"/>
          <p:nvPr/>
        </p:nvSpPr>
        <p:spPr>
          <a:xfrm>
            <a:off x="5251450" y="4267200"/>
            <a:ext cx="1866900" cy="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C5DD018E-B8F7-1563-B889-5476D8B5926C}"/>
              </a:ext>
            </a:extLst>
          </p:cNvPr>
          <p:cNvSpPr txBox="1"/>
          <p:nvPr/>
        </p:nvSpPr>
        <p:spPr>
          <a:xfrm>
            <a:off x="6184900" y="3395162"/>
            <a:ext cx="1678485" cy="1943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15000"/>
              </a:lnSpc>
              <a:spcAft>
                <a:spcPts val="120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fr-CH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Ricerca</a:t>
            </a:r>
            <a:r>
              <a:rPr lang="fr-CH" dirty="0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 e </a:t>
            </a:r>
            <a:r>
              <a:rPr lang="fr-CH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Filtri</a:t>
            </a:r>
            <a:endParaRPr lang="fr-CH" dirty="0">
              <a:solidFill>
                <a:schemeClr val="lt1"/>
              </a:solidFill>
              <a:latin typeface="Poppins Light"/>
              <a:cs typeface="Poppins Light"/>
              <a:sym typeface="Poppins Light"/>
            </a:endParaRPr>
          </a:p>
          <a:p>
            <a:pPr marL="171450" indent="-171450">
              <a:lnSpc>
                <a:spcPct val="115000"/>
              </a:lnSpc>
              <a:spcAft>
                <a:spcPts val="120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fr-CH" sz="1400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Pagamenti</a:t>
            </a:r>
            <a:endParaRPr lang="fr-CH" sz="1400" dirty="0">
              <a:solidFill>
                <a:schemeClr val="lt1"/>
              </a:solidFill>
              <a:latin typeface="Poppins Light"/>
              <a:cs typeface="Poppins Light"/>
              <a:sym typeface="Poppins Light"/>
            </a:endParaRPr>
          </a:p>
          <a:p>
            <a:pPr marL="171450" indent="-171450">
              <a:lnSpc>
                <a:spcPct val="115000"/>
              </a:lnSpc>
              <a:spcAft>
                <a:spcPts val="120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fr-CH" dirty="0" err="1">
                <a:solidFill>
                  <a:schemeClr val="lt1"/>
                </a:solidFill>
                <a:latin typeface="Poppins Light"/>
                <a:cs typeface="Poppins Light"/>
                <a:sym typeface="Poppins Light"/>
              </a:rPr>
              <a:t>Stile</a:t>
            </a:r>
            <a:endParaRPr lang="fr-CH" sz="1400" dirty="0">
              <a:solidFill>
                <a:schemeClr val="lt1"/>
              </a:solidFill>
              <a:latin typeface="Poppins Light"/>
              <a:cs typeface="Poppins Light"/>
              <a:sym typeface="Poppins Light"/>
            </a:endParaRPr>
          </a:p>
          <a:p>
            <a:endParaRPr lang="fr-CH" dirty="0"/>
          </a:p>
          <a:p>
            <a:endParaRPr lang="it-IT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9FD12667-6FC6-C202-00DB-0BAC3A159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>
            <a:extLst>
              <a:ext uri="{FF2B5EF4-FFF2-40B4-BE49-F238E27FC236}">
                <a16:creationId xmlns:a16="http://schemas.microsoft.com/office/drawing/2014/main" id="{43FF4F61-5685-E292-9784-8D9F91C5E4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454" y="145250"/>
            <a:ext cx="847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tabLst>
                <a:tab pos="6819900" algn="l"/>
              </a:tabLst>
            </a:pPr>
            <a:r>
              <a:rPr lang="en-150" sz="3000" dirty="0"/>
              <a:t>3 </a:t>
            </a:r>
            <a:r>
              <a:rPr lang="en-GB" sz="3000" dirty="0" err="1"/>
              <a:t>Funzionalità</a:t>
            </a:r>
            <a:r>
              <a:rPr lang="en-GB" sz="3000" dirty="0"/>
              <a:t> – </a:t>
            </a:r>
            <a:r>
              <a:rPr lang="en-150" sz="3000" dirty="0" err="1"/>
              <a:t>Sicurezza</a:t>
            </a:r>
            <a:endParaRPr sz="3000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66AB9F1-8D51-2411-AB1C-A917692BF4F9}"/>
              </a:ext>
            </a:extLst>
          </p:cNvPr>
          <p:cNvSpPr txBox="1"/>
          <p:nvPr/>
        </p:nvSpPr>
        <p:spPr>
          <a:xfrm>
            <a:off x="264573" y="1517811"/>
            <a:ext cx="8638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CH" dirty="0">
              <a:solidFill>
                <a:schemeClr val="bg1"/>
              </a:solidFill>
              <a:latin typeface="Poppins Light" panose="020B0604020202020204" charset="0"/>
              <a:cs typeface="Poppins Light" panose="020B0604020202020204" charset="0"/>
            </a:endParaRPr>
          </a:p>
        </p:txBody>
      </p:sp>
      <p:pic>
        <p:nvPicPr>
          <p:cNvPr id="2" name="Immagine 1" descr="Immagine che contiene Elementi grafici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E0CD203D-1704-5598-1BCD-6C80C57C1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11" y="0"/>
            <a:ext cx="1143589" cy="97840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AD8CEE1-5588-406F-A716-21CC186E7C25}"/>
              </a:ext>
            </a:extLst>
          </p:cNvPr>
          <p:cNvSpPr txBox="1"/>
          <p:nvPr/>
        </p:nvSpPr>
        <p:spPr>
          <a:xfrm>
            <a:off x="407127" y="1517811"/>
            <a:ext cx="8472300" cy="308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8" indent="-34290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CH" sz="2000" dirty="0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SQL Injection</a:t>
            </a:r>
          </a:p>
          <a:p>
            <a:pPr marL="342900" lvl="8" indent="-34290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CH" sz="2000" dirty="0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Cross-Site Scripting (XSS)</a:t>
            </a:r>
          </a:p>
          <a:p>
            <a:pPr marL="342900" indent="-34290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CH" sz="2000" dirty="0" err="1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Token</a:t>
            </a:r>
            <a:r>
              <a:rPr lang="fr-CH" sz="2000" dirty="0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 CSRF</a:t>
            </a:r>
          </a:p>
          <a:p>
            <a:pPr marL="342900" indent="-34290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CH" sz="2000" dirty="0" err="1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Validazione</a:t>
            </a:r>
            <a:r>
              <a:rPr lang="fr-CH" sz="2000" dirty="0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 input</a:t>
            </a:r>
          </a:p>
          <a:p>
            <a:pPr marL="342900" indent="-34290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CH" sz="2000" dirty="0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Directory </a:t>
            </a:r>
            <a:r>
              <a:rPr lang="fr-CH" sz="2000" dirty="0" err="1">
                <a:solidFill>
                  <a:schemeClr val="bg1"/>
                </a:solidFill>
                <a:latin typeface="Poppins Light"/>
                <a:cs typeface="Poppins Light"/>
                <a:sym typeface="Poppins Light"/>
              </a:rPr>
              <a:t>traversal</a:t>
            </a:r>
            <a:endParaRPr lang="fr-CH" sz="2000" dirty="0">
              <a:solidFill>
                <a:schemeClr val="bg1"/>
              </a:solidFill>
              <a:latin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000309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/>
          <p:nvPr/>
        </p:nvSpPr>
        <p:spPr>
          <a:xfrm>
            <a:off x="4368525" y="1898668"/>
            <a:ext cx="4505400" cy="2941996"/>
          </a:xfrm>
          <a:prstGeom prst="roundRect">
            <a:avLst>
              <a:gd name="adj" fmla="val 9090"/>
            </a:avLst>
          </a:prstGeom>
          <a:solidFill>
            <a:srgbClr val="393D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title"/>
          </p:nvPr>
        </p:nvSpPr>
        <p:spPr>
          <a:xfrm>
            <a:off x="4410075" y="618800"/>
            <a:ext cx="4422300" cy="9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sz="3000" dirty="0"/>
              <a:t>4</a:t>
            </a:r>
            <a:r>
              <a:rPr lang="en-150" sz="3000" dirty="0"/>
              <a:t> </a:t>
            </a:r>
            <a:r>
              <a:rPr lang="en-GB" sz="3000" dirty="0" err="1"/>
              <a:t>Difficoltà</a:t>
            </a:r>
            <a:endParaRPr sz="3000" dirty="0"/>
          </a:p>
        </p:txBody>
      </p:sp>
      <p:sp>
        <p:nvSpPr>
          <p:cNvPr id="248" name="Google Shape;248;p31"/>
          <p:cNvSpPr txBox="1">
            <a:spLocks noGrp="1"/>
          </p:cNvSpPr>
          <p:nvPr>
            <p:ph type="body" idx="1"/>
          </p:nvPr>
        </p:nvSpPr>
        <p:spPr>
          <a:xfrm>
            <a:off x="4410075" y="1898668"/>
            <a:ext cx="4422300" cy="294199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171450" indent="-171450">
              <a:spcAft>
                <a:spcPts val="1200"/>
              </a:spcAft>
            </a:pPr>
            <a:r>
              <a:rPr lang="fr-CH" dirty="0" err="1"/>
              <a:t>Linea</a:t>
            </a:r>
            <a:r>
              <a:rPr lang="fr-CH" dirty="0"/>
              <a:t> d’</a:t>
            </a:r>
            <a:r>
              <a:rPr lang="fr-CH" dirty="0" err="1"/>
              <a:t>apprendimento</a:t>
            </a:r>
            <a:r>
              <a:rPr lang="fr-CH" dirty="0"/>
              <a:t> </a:t>
            </a:r>
            <a:r>
              <a:rPr lang="fr-CH" dirty="0" err="1"/>
              <a:t>Laravel</a:t>
            </a:r>
            <a:endParaRPr lang="fr-CH" dirty="0"/>
          </a:p>
          <a:p>
            <a:pPr marL="171450" indent="-171450">
              <a:spcAft>
                <a:spcPts val="1200"/>
              </a:spcAft>
            </a:pPr>
            <a:r>
              <a:rPr lang="fr-CH" dirty="0" err="1"/>
              <a:t>Ricerca</a:t>
            </a:r>
            <a:r>
              <a:rPr lang="fr-CH" dirty="0"/>
              <a:t> con AJAX</a:t>
            </a:r>
          </a:p>
          <a:p>
            <a:pPr marL="171450" indent="-171450">
              <a:spcAft>
                <a:spcPts val="1200"/>
              </a:spcAft>
            </a:pPr>
            <a:r>
              <a:rPr lang="fr-CH" dirty="0" err="1"/>
              <a:t>Sviluppo</a:t>
            </a:r>
            <a:r>
              <a:rPr lang="fr-CH" dirty="0"/>
              <a:t> </a:t>
            </a:r>
            <a:r>
              <a:rPr lang="fr-CH" dirty="0" err="1"/>
              <a:t>sulla</a:t>
            </a:r>
            <a:r>
              <a:rPr lang="fr-CH" dirty="0"/>
              <a:t> </a:t>
            </a:r>
            <a:r>
              <a:rPr lang="fr-CH" dirty="0" err="1"/>
              <a:t>rete</a:t>
            </a:r>
            <a:r>
              <a:rPr lang="fr-CH" dirty="0"/>
              <a:t> </a:t>
            </a:r>
            <a:r>
              <a:rPr lang="fr-CH" dirty="0" err="1"/>
              <a:t>scolastica</a:t>
            </a:r>
            <a:endParaRPr lang="fr-CH" dirty="0"/>
          </a:p>
          <a:p>
            <a:pPr marL="171450" indent="-171450">
              <a:spcAft>
                <a:spcPts val="1200"/>
              </a:spcAft>
            </a:pPr>
            <a:r>
              <a:rPr lang="fr-CH" dirty="0" err="1"/>
              <a:t>Organizzazione</a:t>
            </a:r>
            <a:r>
              <a:rPr lang="fr-CH" dirty="0"/>
              <a:t> con GitHub</a:t>
            </a:r>
          </a:p>
          <a:p>
            <a:pPr marL="171450" indent="-171450">
              <a:spcAft>
                <a:spcPts val="1200"/>
              </a:spcAft>
            </a:pPr>
            <a:r>
              <a:rPr lang="fr-CH" dirty="0" err="1"/>
              <a:t>Collaborazione</a:t>
            </a:r>
            <a:endParaRPr lang="fr-CH" dirty="0"/>
          </a:p>
        </p:txBody>
      </p:sp>
      <p:pic>
        <p:nvPicPr>
          <p:cNvPr id="4" name="Immagine 3" descr="Immagine che contiene Elementi grafici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C89E3388-BC89-E6DE-481E-D3F8C2A39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11" y="0"/>
            <a:ext cx="1143589" cy="978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>
            <a:spLocks noGrp="1"/>
          </p:cNvSpPr>
          <p:nvPr>
            <p:ph type="body" idx="1"/>
          </p:nvPr>
        </p:nvSpPr>
        <p:spPr>
          <a:xfrm>
            <a:off x="474569" y="2863104"/>
            <a:ext cx="12294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150" sz="1000" dirty="0" err="1"/>
              <a:t>Integrazione</a:t>
            </a:r>
            <a:r>
              <a:rPr lang="en-150" sz="1000" dirty="0"/>
              <a:t> di un accesso </a:t>
            </a:r>
            <a:r>
              <a:rPr lang="en-150" sz="1000" dirty="0" err="1"/>
              <a:t>più</a:t>
            </a:r>
            <a:r>
              <a:rPr lang="en-150" sz="1000" dirty="0"/>
              <a:t> </a:t>
            </a:r>
            <a:r>
              <a:rPr lang="en-150" sz="1000" dirty="0" err="1"/>
              <a:t>rapido</a:t>
            </a:r>
            <a:r>
              <a:rPr lang="en-150" sz="1000" dirty="0"/>
              <a:t> con </a:t>
            </a:r>
            <a:r>
              <a:rPr lang="en-150" sz="1000" dirty="0" err="1"/>
              <a:t>servizi</a:t>
            </a:r>
            <a:r>
              <a:rPr lang="en-150" sz="1000" dirty="0"/>
              <a:t> </a:t>
            </a:r>
            <a:r>
              <a:rPr lang="en-150" sz="1000" dirty="0" err="1"/>
              <a:t>esterni</a:t>
            </a:r>
            <a:r>
              <a:rPr lang="en-150" sz="1000" dirty="0"/>
              <a:t>.</a:t>
            </a:r>
            <a:endParaRPr sz="1000" dirty="0"/>
          </a:p>
        </p:txBody>
      </p:sp>
      <p:sp>
        <p:nvSpPr>
          <p:cNvPr id="262" name="Google Shape;262;p33"/>
          <p:cNvSpPr txBox="1">
            <a:spLocks noGrp="1"/>
          </p:cNvSpPr>
          <p:nvPr>
            <p:ph type="title"/>
          </p:nvPr>
        </p:nvSpPr>
        <p:spPr>
          <a:xfrm>
            <a:off x="740379" y="1956426"/>
            <a:ext cx="697800" cy="5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sz="3600" dirty="0"/>
              <a:t>1</a:t>
            </a:r>
            <a:endParaRPr sz="3600" dirty="0"/>
          </a:p>
        </p:txBody>
      </p:sp>
      <p:sp>
        <p:nvSpPr>
          <p:cNvPr id="263" name="Google Shape;263;p33"/>
          <p:cNvSpPr txBox="1">
            <a:spLocks noGrp="1"/>
          </p:cNvSpPr>
          <p:nvPr>
            <p:ph type="body" idx="2"/>
          </p:nvPr>
        </p:nvSpPr>
        <p:spPr>
          <a:xfrm>
            <a:off x="2215936" y="2863104"/>
            <a:ext cx="12294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sz="1000" dirty="0" err="1"/>
              <a:t>Aggiunta</a:t>
            </a:r>
            <a:r>
              <a:rPr sz="1000" dirty="0"/>
              <a:t> di </a:t>
            </a:r>
            <a:r>
              <a:rPr sz="1000" dirty="0" err="1"/>
              <a:t>più</a:t>
            </a:r>
            <a:r>
              <a:rPr sz="1000" dirty="0"/>
              <a:t> </a:t>
            </a:r>
            <a:r>
              <a:rPr lang="en-150" sz="1000" dirty="0"/>
              <a:t>m</a:t>
            </a:r>
            <a:r>
              <a:rPr sz="1000" dirty="0" err="1"/>
              <a:t>etodi</a:t>
            </a:r>
            <a:r>
              <a:rPr sz="1000" dirty="0"/>
              <a:t> di </a:t>
            </a:r>
            <a:r>
              <a:rPr sz="1000" dirty="0" err="1"/>
              <a:t>pagamento</a:t>
            </a:r>
            <a:r>
              <a:rPr sz="1000" dirty="0"/>
              <a:t> </a:t>
            </a:r>
            <a:r>
              <a:rPr sz="1000" dirty="0" err="1"/>
              <a:t>oltre</a:t>
            </a:r>
            <a:r>
              <a:rPr sz="1000" dirty="0"/>
              <a:t> a </a:t>
            </a:r>
            <a:r>
              <a:rPr sz="1000" dirty="0" err="1"/>
              <a:t>quelli</a:t>
            </a:r>
            <a:r>
              <a:rPr sz="1000" dirty="0"/>
              <a:t> </a:t>
            </a:r>
            <a:r>
              <a:rPr sz="1000" dirty="0" err="1"/>
              <a:t>già</a:t>
            </a:r>
            <a:r>
              <a:rPr sz="1000" dirty="0"/>
              <a:t> </a:t>
            </a:r>
            <a:r>
              <a:rPr sz="1000" dirty="0" err="1"/>
              <a:t>forniti</a:t>
            </a:r>
            <a:r>
              <a:rPr sz="1000" dirty="0"/>
              <a:t> da Stripe.</a:t>
            </a:r>
          </a:p>
        </p:txBody>
      </p:sp>
      <p:sp>
        <p:nvSpPr>
          <p:cNvPr id="264" name="Google Shape;264;p33"/>
          <p:cNvSpPr txBox="1">
            <a:spLocks noGrp="1"/>
          </p:cNvSpPr>
          <p:nvPr>
            <p:ph type="title" idx="3"/>
          </p:nvPr>
        </p:nvSpPr>
        <p:spPr>
          <a:xfrm>
            <a:off x="2481747" y="1956426"/>
            <a:ext cx="697800" cy="5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sz="3600" dirty="0"/>
              <a:t>2</a:t>
            </a:r>
            <a:endParaRPr sz="3600" dirty="0"/>
          </a:p>
        </p:txBody>
      </p:sp>
      <p:sp>
        <p:nvSpPr>
          <p:cNvPr id="265" name="Google Shape;265;p33"/>
          <p:cNvSpPr txBox="1">
            <a:spLocks noGrp="1"/>
          </p:cNvSpPr>
          <p:nvPr>
            <p:ph type="body" idx="4"/>
          </p:nvPr>
        </p:nvSpPr>
        <p:spPr>
          <a:xfrm>
            <a:off x="3957304" y="2863104"/>
            <a:ext cx="12294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sz="1000" dirty="0" err="1"/>
              <a:t>Inserire</a:t>
            </a:r>
            <a:r>
              <a:rPr sz="1000" dirty="0"/>
              <a:t> un </a:t>
            </a:r>
            <a:r>
              <a:rPr lang="en-150" sz="1000" dirty="0"/>
              <a:t>s</a:t>
            </a:r>
            <a:r>
              <a:rPr sz="1000" dirty="0" err="1"/>
              <a:t>istema</a:t>
            </a:r>
            <a:r>
              <a:rPr sz="1000" dirty="0"/>
              <a:t> di </a:t>
            </a:r>
            <a:r>
              <a:rPr sz="1000" dirty="0" err="1"/>
              <a:t>gestione</a:t>
            </a:r>
            <a:r>
              <a:rPr sz="1000" dirty="0"/>
              <a:t> </a:t>
            </a:r>
            <a:r>
              <a:rPr sz="1000" dirty="0" err="1"/>
              <a:t>dei</a:t>
            </a:r>
            <a:r>
              <a:rPr sz="1000" dirty="0"/>
              <a:t> </a:t>
            </a:r>
            <a:r>
              <a:rPr sz="1000" dirty="0" err="1"/>
              <a:t>codici</a:t>
            </a:r>
            <a:r>
              <a:rPr sz="1000" dirty="0"/>
              <a:t> </a:t>
            </a:r>
            <a:r>
              <a:rPr sz="1000" dirty="0" err="1"/>
              <a:t>sconto</a:t>
            </a:r>
            <a:r>
              <a:rPr sz="1000" dirty="0"/>
              <a:t> e </a:t>
            </a:r>
            <a:r>
              <a:rPr sz="1000" dirty="0" err="1"/>
              <a:t>dei</a:t>
            </a:r>
            <a:r>
              <a:rPr sz="1000" dirty="0"/>
              <a:t> </a:t>
            </a:r>
            <a:r>
              <a:rPr sz="1000" dirty="0" err="1"/>
              <a:t>prodotti</a:t>
            </a:r>
            <a:r>
              <a:rPr sz="1000" dirty="0"/>
              <a:t> </a:t>
            </a:r>
            <a:r>
              <a:rPr sz="1000" dirty="0" err="1"/>
              <a:t>scontati</a:t>
            </a:r>
            <a:r>
              <a:rPr sz="1000" dirty="0"/>
              <a:t>.</a:t>
            </a:r>
          </a:p>
        </p:txBody>
      </p:sp>
      <p:sp>
        <p:nvSpPr>
          <p:cNvPr id="266" name="Google Shape;266;p33"/>
          <p:cNvSpPr txBox="1">
            <a:spLocks noGrp="1"/>
          </p:cNvSpPr>
          <p:nvPr>
            <p:ph type="title" idx="5"/>
          </p:nvPr>
        </p:nvSpPr>
        <p:spPr>
          <a:xfrm>
            <a:off x="4223115" y="1956426"/>
            <a:ext cx="697800" cy="5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sz="3600" dirty="0"/>
              <a:t>3</a:t>
            </a:r>
            <a:endParaRPr sz="3600" dirty="0"/>
          </a:p>
        </p:txBody>
      </p:sp>
      <p:sp>
        <p:nvSpPr>
          <p:cNvPr id="267" name="Google Shape;267;p33"/>
          <p:cNvSpPr txBox="1">
            <a:spLocks noGrp="1"/>
          </p:cNvSpPr>
          <p:nvPr>
            <p:ph type="body" idx="6"/>
          </p:nvPr>
        </p:nvSpPr>
        <p:spPr>
          <a:xfrm>
            <a:off x="5698672" y="2863104"/>
            <a:ext cx="12294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sz="1000" dirty="0" err="1"/>
              <a:t>Configurazione</a:t>
            </a:r>
            <a:r>
              <a:rPr sz="1000" dirty="0"/>
              <a:t> di un mail server per </a:t>
            </a:r>
            <a:r>
              <a:rPr sz="1000" dirty="0" err="1"/>
              <a:t>conferma</a:t>
            </a:r>
            <a:r>
              <a:rPr sz="1000" dirty="0"/>
              <a:t> </a:t>
            </a:r>
            <a:r>
              <a:rPr sz="1000" dirty="0" err="1"/>
              <a:t>ordine</a:t>
            </a:r>
            <a:r>
              <a:rPr sz="1000" dirty="0"/>
              <a:t> e </a:t>
            </a:r>
            <a:r>
              <a:rPr sz="1000" dirty="0" err="1"/>
              <a:t>verifica</a:t>
            </a:r>
            <a:r>
              <a:rPr sz="1000" dirty="0"/>
              <a:t> </a:t>
            </a:r>
            <a:r>
              <a:rPr sz="1000" dirty="0" err="1"/>
              <a:t>delle</a:t>
            </a:r>
            <a:r>
              <a:rPr sz="1000" dirty="0"/>
              <a:t> </a:t>
            </a:r>
            <a:r>
              <a:rPr sz="1000" dirty="0" err="1"/>
              <a:t>registrazioni</a:t>
            </a:r>
            <a:r>
              <a:rPr sz="1000" dirty="0"/>
              <a:t>.</a:t>
            </a:r>
          </a:p>
        </p:txBody>
      </p:sp>
      <p:sp>
        <p:nvSpPr>
          <p:cNvPr id="268" name="Google Shape;268;p33"/>
          <p:cNvSpPr txBox="1">
            <a:spLocks noGrp="1"/>
          </p:cNvSpPr>
          <p:nvPr>
            <p:ph type="title" idx="7"/>
          </p:nvPr>
        </p:nvSpPr>
        <p:spPr>
          <a:xfrm>
            <a:off x="5964482" y="1956426"/>
            <a:ext cx="697800" cy="5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sz="3600" dirty="0"/>
              <a:t>4</a:t>
            </a:r>
            <a:endParaRPr sz="3600" dirty="0"/>
          </a:p>
        </p:txBody>
      </p:sp>
      <p:sp>
        <p:nvSpPr>
          <p:cNvPr id="269" name="Google Shape;269;p33"/>
          <p:cNvSpPr txBox="1">
            <a:spLocks noGrp="1"/>
          </p:cNvSpPr>
          <p:nvPr>
            <p:ph type="body" idx="8"/>
          </p:nvPr>
        </p:nvSpPr>
        <p:spPr>
          <a:xfrm>
            <a:off x="7440051" y="2863104"/>
            <a:ext cx="12294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sz="1000" dirty="0" err="1"/>
              <a:t>Più</a:t>
            </a:r>
            <a:r>
              <a:rPr sz="1000" dirty="0"/>
              <a:t> </a:t>
            </a:r>
            <a:r>
              <a:rPr sz="1000" dirty="0" err="1"/>
              <a:t>gestione</a:t>
            </a:r>
            <a:r>
              <a:rPr sz="1000" dirty="0"/>
              <a:t> </a:t>
            </a:r>
            <a:r>
              <a:rPr sz="1000" dirty="0" err="1"/>
              <a:t>dei</a:t>
            </a:r>
            <a:r>
              <a:rPr sz="1000" dirty="0"/>
              <a:t> </a:t>
            </a:r>
            <a:r>
              <a:rPr sz="1000" dirty="0" err="1"/>
              <a:t>prodotti</a:t>
            </a:r>
            <a:r>
              <a:rPr sz="1000" dirty="0"/>
              <a:t> per il vendor.</a:t>
            </a:r>
          </a:p>
        </p:txBody>
      </p:sp>
      <p:sp>
        <p:nvSpPr>
          <p:cNvPr id="270" name="Google Shape;270;p33"/>
          <p:cNvSpPr txBox="1">
            <a:spLocks noGrp="1"/>
          </p:cNvSpPr>
          <p:nvPr>
            <p:ph type="title" idx="9"/>
          </p:nvPr>
        </p:nvSpPr>
        <p:spPr>
          <a:xfrm>
            <a:off x="7705861" y="1956426"/>
            <a:ext cx="697800" cy="5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sz="3600" dirty="0"/>
              <a:t>5</a:t>
            </a:r>
            <a:endParaRPr sz="3600" dirty="0"/>
          </a:p>
        </p:txBody>
      </p:sp>
      <p:sp>
        <p:nvSpPr>
          <p:cNvPr id="4" name="Google Shape;231;p30">
            <a:extLst>
              <a:ext uri="{FF2B5EF4-FFF2-40B4-BE49-F238E27FC236}">
                <a16:creationId xmlns:a16="http://schemas.microsoft.com/office/drawing/2014/main" id="{3975384B-9CB0-A904-E441-8A7ED4ABEC11}"/>
              </a:ext>
            </a:extLst>
          </p:cNvPr>
          <p:cNvSpPr txBox="1">
            <a:spLocks/>
          </p:cNvSpPr>
          <p:nvPr/>
        </p:nvSpPr>
        <p:spPr>
          <a:xfrm>
            <a:off x="335850" y="136604"/>
            <a:ext cx="8472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150" sz="3000" dirty="0"/>
              <a:t>5 </a:t>
            </a:r>
            <a:r>
              <a:rPr lang="en-150" sz="3000" dirty="0" err="1"/>
              <a:t>Conclusioni</a:t>
            </a:r>
            <a:r>
              <a:rPr lang="en-150" sz="3000" dirty="0"/>
              <a:t> – </a:t>
            </a:r>
            <a:r>
              <a:rPr lang="en-150" sz="3000" dirty="0" err="1"/>
              <a:t>Sviluppi</a:t>
            </a:r>
            <a:r>
              <a:rPr lang="en-150" sz="3000" dirty="0"/>
              <a:t> </a:t>
            </a:r>
            <a:r>
              <a:rPr lang="en-150" sz="3000" dirty="0" err="1"/>
              <a:t>futuri</a:t>
            </a:r>
            <a:endParaRPr lang="en-GB" sz="3000" dirty="0"/>
          </a:p>
        </p:txBody>
      </p:sp>
      <p:pic>
        <p:nvPicPr>
          <p:cNvPr id="5" name="Immagine 4" descr="Immagine che contiene Elementi grafici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8FC8BE3C-9B63-EC0B-516D-9E1C15C77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11" y="0"/>
            <a:ext cx="1143589" cy="9784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773FCE2D-9280-2354-0E70-7A2B72134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Elementi grafici,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703410C7-60BB-D145-BA07-09B30F717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11" y="0"/>
            <a:ext cx="1143589" cy="978404"/>
          </a:xfrm>
          <a:prstGeom prst="rect">
            <a:avLst/>
          </a:prstGeom>
        </p:spPr>
      </p:pic>
      <p:sp>
        <p:nvSpPr>
          <p:cNvPr id="5" name="Google Shape;231;p30">
            <a:extLst>
              <a:ext uri="{FF2B5EF4-FFF2-40B4-BE49-F238E27FC236}">
                <a16:creationId xmlns:a16="http://schemas.microsoft.com/office/drawing/2014/main" id="{CBE3B56E-7DB9-5589-9B17-CEA41166B07A}"/>
              </a:ext>
            </a:extLst>
          </p:cNvPr>
          <p:cNvSpPr txBox="1">
            <a:spLocks/>
          </p:cNvSpPr>
          <p:nvPr/>
        </p:nvSpPr>
        <p:spPr>
          <a:xfrm>
            <a:off x="335850" y="136604"/>
            <a:ext cx="8472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150" sz="3000" dirty="0"/>
              <a:t>5 </a:t>
            </a:r>
            <a:r>
              <a:rPr lang="en-150" sz="3000" dirty="0" err="1"/>
              <a:t>Conclusioni</a:t>
            </a:r>
            <a:r>
              <a:rPr lang="en-150" sz="3000" dirty="0"/>
              <a:t> – </a:t>
            </a:r>
            <a:r>
              <a:rPr lang="en-150" sz="3000" dirty="0" err="1"/>
              <a:t>Considerazione</a:t>
            </a:r>
            <a:endParaRPr lang="en-GB" sz="30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7F8371C-638C-7600-A486-9F452CBAB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527" y="1339016"/>
            <a:ext cx="1589018" cy="28249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A31BE59-E515-561C-E952-F77A84992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146" y="1300162"/>
            <a:ext cx="1610873" cy="28637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CAFEC13-C5C4-2638-3977-5D554670F1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623" y="1300163"/>
            <a:ext cx="1610873" cy="28637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3604CF2C-D584-7D9E-F740-7BD3166222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242" y="1300162"/>
            <a:ext cx="1610873" cy="28637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47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>
            <a:spLocks noGrp="1"/>
          </p:cNvSpPr>
          <p:nvPr>
            <p:ph type="subTitle" idx="1"/>
          </p:nvPr>
        </p:nvSpPr>
        <p:spPr>
          <a:xfrm>
            <a:off x="646500" y="1907725"/>
            <a:ext cx="7783200" cy="16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i="1" dirty="0"/>
              <a:t>Il talento fa vincere le partite, ma il lavoro di squadra e l’intelligenza fanno vincere i campionati.</a:t>
            </a:r>
            <a:endParaRPr lang="en-150" i="1" dirty="0"/>
          </a:p>
          <a:p>
            <a:pPr marL="0" lvl="0" indent="0" algn="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150" i="1" dirty="0"/>
              <a:t>-</a:t>
            </a:r>
            <a:r>
              <a:rPr lang="it-IT" i="1" dirty="0"/>
              <a:t>Michael Jordan</a:t>
            </a:r>
            <a:endParaRPr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"/>
          <p:cNvSpPr txBox="1">
            <a:spLocks noGrp="1"/>
          </p:cNvSpPr>
          <p:nvPr>
            <p:ph type="title"/>
          </p:nvPr>
        </p:nvSpPr>
        <p:spPr>
          <a:xfrm>
            <a:off x="1476375" y="2182200"/>
            <a:ext cx="6162600" cy="7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150" sz="6000" dirty="0"/>
              <a:t>GRAZIE PER L’ATTENZIONE</a:t>
            </a:r>
            <a:endParaRPr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722</Words>
  <Application>Microsoft Office PowerPoint</Application>
  <PresentationFormat>Presentazione su schermo (16:9)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11</vt:i4>
      </vt:variant>
    </vt:vector>
  </HeadingPairs>
  <TitlesOfParts>
    <vt:vector size="17" baseType="lpstr">
      <vt:lpstr>Arial</vt:lpstr>
      <vt:lpstr>Poppins Light</vt:lpstr>
      <vt:lpstr>Poppins</vt:lpstr>
      <vt:lpstr>PT Sans Narrow</vt:lpstr>
      <vt:lpstr>Simple Light</vt:lpstr>
      <vt:lpstr>Simple Light</vt:lpstr>
      <vt:lpstr>FYT</vt:lpstr>
      <vt:lpstr>Indice</vt:lpstr>
      <vt:lpstr>1 Introduzione</vt:lpstr>
      <vt:lpstr>Presentazione standard di PowerPoint</vt:lpstr>
      <vt:lpstr>3 Funzionalità – Tecnologie</vt:lpstr>
      <vt:lpstr>3 Funzionalità – Sicurezza</vt:lpstr>
      <vt:lpstr>4 Difficoltà</vt:lpstr>
      <vt:lpstr>1</vt:lpstr>
      <vt:lpstr>Presentazione standard di PowerPoint</vt:lpstr>
      <vt:lpstr>Presentazione standard di PowerPoint</vt:lpstr>
      <vt:lpstr>GRAZIE PER L’ATTENZIONE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FYT</dc:title>
  <cp:lastModifiedBy>andrea suma</cp:lastModifiedBy>
  <cp:revision>70</cp:revision>
  <dcterms:modified xsi:type="dcterms:W3CDTF">2025-06-03T16:43:09Z</dcterms:modified>
</cp:coreProperties>
</file>